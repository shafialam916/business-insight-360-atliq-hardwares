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850" autoAdjust="0"/>
  </p:normalViewPr>
  <p:slideViewPr>
    <p:cSldViewPr snapToGrid="0">
      <p:cViewPr varScale="1">
        <p:scale>
          <a:sx n="75" d="100"/>
          <a:sy n="75" d="100"/>
        </p:scale>
        <p:origin x="9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0D84-C845-3D3F-C75A-63A665A7A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1ADA3-C483-6B2A-A71B-F99B56F81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7072F-6956-8246-00E9-C0E51CC98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1833-37EE-4D08-8BA6-F410D197D1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13003-71D1-9194-A46D-07A0FC0C8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B5D6F-0E98-E63A-4106-750BEE0A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95C-9C47-4D9D-9C08-FF3EADA9A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10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8AF1-CE2A-196A-6AD0-EB88F813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DB965-EE59-982F-759E-CDCB1E716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F5CD6-3D64-03D9-6E21-57F610142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1833-37EE-4D08-8BA6-F410D197D1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464E3-B1CE-1AD0-21ED-E09760C62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9C93C-950D-B66C-841C-A44F4F83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95C-9C47-4D9D-9C08-FF3EADA9A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23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C8DC8-CEB4-1915-91DF-34402173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A45E-2F83-6DA3-1970-129A5B5BD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8E59-234B-84DD-447B-AB7AF896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1833-37EE-4D08-8BA6-F410D197D1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345D-95D9-8586-2C4C-D277CC2B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D6EF6-13DD-77F6-E341-A33CC0D0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95C-9C47-4D9D-9C08-FF3EADA9A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85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CFE4-4665-B75F-69C6-92F3B6D3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4E2EC-7685-D902-2D62-2E18C9246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48902-A23B-EC73-3388-629553B34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01102-2FC1-2FA4-8914-D82884C9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1833-37EE-4D08-8BA6-F410D197D1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E50F8-7E44-C246-023B-9ED74D6E0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43F9E-8C17-B354-1C07-CC49197D5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95C-9C47-4D9D-9C08-FF3EADA9A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10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638D9-1940-5461-3C2A-7853310EF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E502A-2984-68D8-3161-0CBE966BD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FB23E-7784-CBD2-6CE0-9379B880F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E94E4-6DEC-B25B-2731-32BE471B0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80ABF-E05F-54E7-91D8-6940AF5D3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31ECDD-0420-D1F8-4650-F7C5FF6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1833-37EE-4D08-8BA6-F410D197D1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98691-0589-5B95-034B-3E4E6609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452571-3CDB-2D0E-772A-30A65760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95C-9C47-4D9D-9C08-FF3EADA9A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1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1F38D-4D69-E32F-E606-E5A5B16B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E43E08-4C29-F779-EAB4-7559CC11C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1833-37EE-4D08-8BA6-F410D197D1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C5BAD-6F70-2F1C-4FB8-C03F5048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3A1A2-F563-F8DC-028D-004AF2CF4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95C-9C47-4D9D-9C08-FF3EADA9A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826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92378-8AC7-FF3B-AA3A-897D0881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1833-37EE-4D08-8BA6-F410D197D1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DBEAF9-DB48-6FD5-13F4-6A72416E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2E642-8A31-01AA-A115-F4445BF00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95C-9C47-4D9D-9C08-FF3EADA9A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02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3E65-0DB9-C417-BE6D-26335D01A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0666A-862A-CB44-7746-890F9DFE1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3C51D-CB9F-9263-E8DB-BB3E30BF3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53238-0B1B-EB4E-6A3D-B3E15B564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1833-37EE-4D08-8BA6-F410D197D1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BB1BF-3781-B358-6795-B1BA694A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13253-5861-48D6-FF2A-4ED27B85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95C-9C47-4D9D-9C08-FF3EADA9A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85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93A9-BA54-E06C-5BE3-3703FBA1B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C6BC6F-496A-DF2F-4779-B74A2F1CA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A6677-F77F-28E8-4E45-1B37CB0D3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A0E47-1014-0285-473C-E2A9153A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1833-37EE-4D08-8BA6-F410D197D1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54E5E-DF23-51C0-098B-0BE430D08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4D44A-3D08-D7FE-D81B-879C7C8A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95C-9C47-4D9D-9C08-FF3EADA9A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88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7130F-5D97-6511-9376-5377E1E4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56DF1-4E35-16BB-9A9F-8741FAF25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8C059-28A5-3FD6-22CC-D20E6A3DE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1833-37EE-4D08-8BA6-F410D197D1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AE3F-3235-0BDB-2950-D07C18779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908E3-7D84-3CD0-A1BD-AC338189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95C-9C47-4D9D-9C08-FF3EADA9A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048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35204-5C15-D5B1-FF11-00B64EB52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5557A-F8D4-3CE5-5881-8C61EC457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C1AD2-36A2-3691-B8DB-61F517B3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1833-37EE-4D08-8BA6-F410D197D1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36798-6729-B129-B61A-448BEDE2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077E2-CE1B-A19C-7DFE-C947B098A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95C-9C47-4D9D-9C08-FF3EADA9A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73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C8042F-A507-3554-4DB2-9C19412F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075F1-4B27-2981-258F-399DD6607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3F16D-681E-BC8D-7C01-109141A393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F1833-37EE-4D08-8BA6-F410D197D1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6564A-36B8-3E15-CEC9-834DDCBE4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AE2AE-A35A-66F2-B48A-1D137E045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5B95C-9C47-4D9D-9C08-FF3EADA9A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96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73D955-B2A8-90BB-5C6C-B5D41511A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3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D2E26A-E1D1-8D77-BEF8-667F4F7DAD1B}"/>
              </a:ext>
            </a:extLst>
          </p:cNvPr>
          <p:cNvSpPr/>
          <p:nvPr/>
        </p:nvSpPr>
        <p:spPr>
          <a:xfrm>
            <a:off x="1910079" y="1"/>
            <a:ext cx="6096001" cy="6857999"/>
          </a:xfrm>
          <a:custGeom>
            <a:avLst/>
            <a:gdLst/>
            <a:ahLst/>
            <a:cxnLst/>
            <a:rect l="l" t="t" r="r" b="b"/>
            <a:pathLst>
              <a:path w="6096001" h="6857999">
                <a:moveTo>
                  <a:pt x="4911456" y="4643438"/>
                </a:moveTo>
                <a:cubicBezTo>
                  <a:pt x="4928522" y="4643438"/>
                  <a:pt x="4940825" y="4649789"/>
                  <a:pt x="4948365" y="4662488"/>
                </a:cubicBezTo>
                <a:cubicBezTo>
                  <a:pt x="4955906" y="4675188"/>
                  <a:pt x="4959676" y="4698604"/>
                  <a:pt x="4959676" y="4732735"/>
                </a:cubicBezTo>
                <a:lnTo>
                  <a:pt x="4959676" y="4913115"/>
                </a:lnTo>
                <a:cubicBezTo>
                  <a:pt x="4959676" y="4957565"/>
                  <a:pt x="4954120" y="4984850"/>
                  <a:pt x="4943008" y="4994970"/>
                </a:cubicBezTo>
                <a:cubicBezTo>
                  <a:pt x="4931896" y="5005091"/>
                  <a:pt x="4921180" y="5010151"/>
                  <a:pt x="4910861" y="5010151"/>
                </a:cubicBezTo>
                <a:cubicBezTo>
                  <a:pt x="4893796" y="5010151"/>
                  <a:pt x="4881592" y="5003602"/>
                  <a:pt x="4874249" y="4990506"/>
                </a:cubicBezTo>
                <a:cubicBezTo>
                  <a:pt x="4866907" y="4977409"/>
                  <a:pt x="4863236" y="4949628"/>
                  <a:pt x="4863236" y="4907162"/>
                </a:cubicBezTo>
                <a:lnTo>
                  <a:pt x="4863236" y="4732735"/>
                </a:lnTo>
                <a:cubicBezTo>
                  <a:pt x="4863236" y="4697414"/>
                  <a:pt x="4867106" y="4673700"/>
                  <a:pt x="4874845" y="4661595"/>
                </a:cubicBezTo>
                <a:cubicBezTo>
                  <a:pt x="4882584" y="4649491"/>
                  <a:pt x="4894788" y="4643438"/>
                  <a:pt x="4911456" y="4643438"/>
                </a:cubicBezTo>
                <a:close/>
                <a:moveTo>
                  <a:pt x="5564514" y="4305896"/>
                </a:moveTo>
                <a:cubicBezTo>
                  <a:pt x="5582770" y="4305896"/>
                  <a:pt x="5594379" y="4312346"/>
                  <a:pt x="5599340" y="4325244"/>
                </a:cubicBezTo>
                <a:cubicBezTo>
                  <a:pt x="5604301" y="4338142"/>
                  <a:pt x="5606781" y="4370190"/>
                  <a:pt x="5606781" y="4421387"/>
                </a:cubicBezTo>
                <a:lnTo>
                  <a:pt x="5606781" y="4898827"/>
                </a:lnTo>
                <a:cubicBezTo>
                  <a:pt x="5606781" y="4946056"/>
                  <a:pt x="5604003" y="4976417"/>
                  <a:pt x="5598447" y="4989910"/>
                </a:cubicBezTo>
                <a:cubicBezTo>
                  <a:pt x="5592891" y="5003404"/>
                  <a:pt x="5581183" y="5010151"/>
                  <a:pt x="5563323" y="5010151"/>
                </a:cubicBezTo>
                <a:cubicBezTo>
                  <a:pt x="5545464" y="5010151"/>
                  <a:pt x="5533855" y="5004396"/>
                  <a:pt x="5528497" y="4992887"/>
                </a:cubicBezTo>
                <a:cubicBezTo>
                  <a:pt x="5523140" y="4981378"/>
                  <a:pt x="5520461" y="4947643"/>
                  <a:pt x="5520461" y="4891684"/>
                </a:cubicBezTo>
                <a:lnTo>
                  <a:pt x="5520461" y="4421387"/>
                </a:lnTo>
                <a:cubicBezTo>
                  <a:pt x="5520461" y="4371778"/>
                  <a:pt x="5523338" y="4340127"/>
                  <a:pt x="5529093" y="4326434"/>
                </a:cubicBezTo>
                <a:cubicBezTo>
                  <a:pt x="5534848" y="4312742"/>
                  <a:pt x="5546655" y="4305896"/>
                  <a:pt x="5564514" y="4305896"/>
                </a:cubicBezTo>
                <a:close/>
                <a:moveTo>
                  <a:pt x="5559156" y="4157663"/>
                </a:moveTo>
                <a:cubicBezTo>
                  <a:pt x="5494466" y="4157663"/>
                  <a:pt x="5439399" y="4170959"/>
                  <a:pt x="5393957" y="4197549"/>
                </a:cubicBezTo>
                <a:cubicBezTo>
                  <a:pt x="5348515" y="4224140"/>
                  <a:pt x="5318154" y="4259462"/>
                  <a:pt x="5302874" y="4303515"/>
                </a:cubicBezTo>
                <a:cubicBezTo>
                  <a:pt x="5287595" y="4347568"/>
                  <a:pt x="5279955" y="4413846"/>
                  <a:pt x="5279955" y="4502349"/>
                </a:cubicBezTo>
                <a:lnTo>
                  <a:pt x="5279955" y="4838701"/>
                </a:lnTo>
                <a:cubicBezTo>
                  <a:pt x="5279955" y="4906567"/>
                  <a:pt x="5284717" y="4956077"/>
                  <a:pt x="5294242" y="4987231"/>
                </a:cubicBezTo>
                <a:cubicBezTo>
                  <a:pt x="5303767" y="5018386"/>
                  <a:pt x="5319840" y="5048053"/>
                  <a:pt x="5342462" y="5076231"/>
                </a:cubicBezTo>
                <a:cubicBezTo>
                  <a:pt x="5365084" y="5104409"/>
                  <a:pt x="5395445" y="5125146"/>
                  <a:pt x="5433545" y="5138441"/>
                </a:cubicBezTo>
                <a:cubicBezTo>
                  <a:pt x="5471645" y="5151736"/>
                  <a:pt x="5519469" y="5158384"/>
                  <a:pt x="5577015" y="5158384"/>
                </a:cubicBezTo>
                <a:cubicBezTo>
                  <a:pt x="5620672" y="5158384"/>
                  <a:pt x="5660161" y="5152034"/>
                  <a:pt x="5695483" y="5139334"/>
                </a:cubicBezTo>
                <a:cubicBezTo>
                  <a:pt x="5730805" y="5126634"/>
                  <a:pt x="5760967" y="5105798"/>
                  <a:pt x="5785970" y="5076826"/>
                </a:cubicBezTo>
                <a:cubicBezTo>
                  <a:pt x="5810973" y="5047854"/>
                  <a:pt x="5827444" y="5016699"/>
                  <a:pt x="5835381" y="4983362"/>
                </a:cubicBezTo>
                <a:cubicBezTo>
                  <a:pt x="5843319" y="4950024"/>
                  <a:pt x="5847287" y="4896843"/>
                  <a:pt x="5847287" y="4823818"/>
                </a:cubicBezTo>
                <a:lnTo>
                  <a:pt x="5847287" y="4502349"/>
                </a:lnTo>
                <a:cubicBezTo>
                  <a:pt x="5847287" y="4429324"/>
                  <a:pt x="5843617" y="4376143"/>
                  <a:pt x="5836274" y="4342806"/>
                </a:cubicBezTo>
                <a:cubicBezTo>
                  <a:pt x="5828932" y="4309468"/>
                  <a:pt x="5814942" y="4279504"/>
                  <a:pt x="5794305" y="4252913"/>
                </a:cubicBezTo>
                <a:cubicBezTo>
                  <a:pt x="5773667" y="4226323"/>
                  <a:pt x="5742512" y="4203800"/>
                  <a:pt x="5700840" y="4185345"/>
                </a:cubicBezTo>
                <a:cubicBezTo>
                  <a:pt x="5659169" y="4166891"/>
                  <a:pt x="5611941" y="4157663"/>
                  <a:pt x="5559156" y="4157663"/>
                </a:cubicBezTo>
                <a:close/>
                <a:moveTo>
                  <a:pt x="4913242" y="4157068"/>
                </a:moveTo>
                <a:cubicBezTo>
                  <a:pt x="4858474" y="4157068"/>
                  <a:pt x="4810154" y="4165700"/>
                  <a:pt x="4768284" y="4182964"/>
                </a:cubicBezTo>
                <a:cubicBezTo>
                  <a:pt x="4726413" y="4200228"/>
                  <a:pt x="4693373" y="4226124"/>
                  <a:pt x="4669164" y="4260652"/>
                </a:cubicBezTo>
                <a:cubicBezTo>
                  <a:pt x="4644955" y="4295181"/>
                  <a:pt x="4631163" y="4331792"/>
                  <a:pt x="4627790" y="4370488"/>
                </a:cubicBezTo>
                <a:cubicBezTo>
                  <a:pt x="4624417" y="4409183"/>
                  <a:pt x="4622730" y="4485879"/>
                  <a:pt x="4622730" y="4600576"/>
                </a:cubicBezTo>
                <a:lnTo>
                  <a:pt x="4622730" y="4733926"/>
                </a:lnTo>
                <a:cubicBezTo>
                  <a:pt x="4622730" y="4840289"/>
                  <a:pt x="4624615" y="4911924"/>
                  <a:pt x="4628385" y="4948834"/>
                </a:cubicBezTo>
                <a:cubicBezTo>
                  <a:pt x="4632156" y="4985743"/>
                  <a:pt x="4645253" y="5020966"/>
                  <a:pt x="4667676" y="5054502"/>
                </a:cubicBezTo>
                <a:cubicBezTo>
                  <a:pt x="4690099" y="5088038"/>
                  <a:pt x="4721948" y="5113735"/>
                  <a:pt x="4763224" y="5131595"/>
                </a:cubicBezTo>
                <a:cubicBezTo>
                  <a:pt x="4804499" y="5149454"/>
                  <a:pt x="4857481" y="5158384"/>
                  <a:pt x="4922172" y="5158384"/>
                </a:cubicBezTo>
                <a:cubicBezTo>
                  <a:pt x="4974163" y="5158384"/>
                  <a:pt x="5019704" y="5150645"/>
                  <a:pt x="5058796" y="5135167"/>
                </a:cubicBezTo>
                <a:cubicBezTo>
                  <a:pt x="5097888" y="5119688"/>
                  <a:pt x="5128646" y="5097959"/>
                  <a:pt x="5151069" y="5069980"/>
                </a:cubicBezTo>
                <a:cubicBezTo>
                  <a:pt x="5173493" y="5042000"/>
                  <a:pt x="5187285" y="5011540"/>
                  <a:pt x="5192444" y="4978599"/>
                </a:cubicBezTo>
                <a:cubicBezTo>
                  <a:pt x="5197603" y="4945659"/>
                  <a:pt x="5200183" y="4895454"/>
                  <a:pt x="5200183" y="4827985"/>
                </a:cubicBezTo>
                <a:lnTo>
                  <a:pt x="5200183" y="4751190"/>
                </a:lnTo>
                <a:cubicBezTo>
                  <a:pt x="5200183" y="4694437"/>
                  <a:pt x="5195619" y="4649392"/>
                  <a:pt x="5186490" y="4616054"/>
                </a:cubicBezTo>
                <a:cubicBezTo>
                  <a:pt x="5177363" y="4582717"/>
                  <a:pt x="5155931" y="4554142"/>
                  <a:pt x="5122197" y="4530329"/>
                </a:cubicBezTo>
                <a:cubicBezTo>
                  <a:pt x="5088463" y="4506517"/>
                  <a:pt x="5049569" y="4494610"/>
                  <a:pt x="5005515" y="4494610"/>
                </a:cubicBezTo>
                <a:cubicBezTo>
                  <a:pt x="4970591" y="4494610"/>
                  <a:pt x="4941222" y="4501060"/>
                  <a:pt x="4917409" y="4513958"/>
                </a:cubicBezTo>
                <a:cubicBezTo>
                  <a:pt x="4893597" y="4526857"/>
                  <a:pt x="4875539" y="4546204"/>
                  <a:pt x="4863236" y="4572001"/>
                </a:cubicBezTo>
                <a:lnTo>
                  <a:pt x="4863236" y="4418410"/>
                </a:lnTo>
                <a:cubicBezTo>
                  <a:pt x="4863236" y="4382295"/>
                  <a:pt x="4863831" y="4358284"/>
                  <a:pt x="4865022" y="4346377"/>
                </a:cubicBezTo>
                <a:cubicBezTo>
                  <a:pt x="4866213" y="4334471"/>
                  <a:pt x="4870777" y="4324748"/>
                  <a:pt x="4878714" y="4317207"/>
                </a:cubicBezTo>
                <a:cubicBezTo>
                  <a:pt x="4886652" y="4309667"/>
                  <a:pt x="4896772" y="4305896"/>
                  <a:pt x="4909075" y="4305896"/>
                </a:cubicBezTo>
                <a:cubicBezTo>
                  <a:pt x="4923759" y="4305896"/>
                  <a:pt x="4935368" y="4309865"/>
                  <a:pt x="4943901" y="4317802"/>
                </a:cubicBezTo>
                <a:cubicBezTo>
                  <a:pt x="4952434" y="4325740"/>
                  <a:pt x="4957196" y="4335563"/>
                  <a:pt x="4958188" y="4347270"/>
                </a:cubicBezTo>
                <a:cubicBezTo>
                  <a:pt x="4959180" y="4358978"/>
                  <a:pt x="4959676" y="4387256"/>
                  <a:pt x="4959676" y="4432102"/>
                </a:cubicBezTo>
                <a:lnTo>
                  <a:pt x="5200183" y="4432102"/>
                </a:lnTo>
                <a:cubicBezTo>
                  <a:pt x="5200183" y="4371778"/>
                  <a:pt x="5190856" y="4321771"/>
                  <a:pt x="5172203" y="4282084"/>
                </a:cubicBezTo>
                <a:cubicBezTo>
                  <a:pt x="5153550" y="4242396"/>
                  <a:pt x="5122594" y="4211639"/>
                  <a:pt x="5079334" y="4189810"/>
                </a:cubicBezTo>
                <a:cubicBezTo>
                  <a:pt x="5036075" y="4167982"/>
                  <a:pt x="4980711" y="4157068"/>
                  <a:pt x="4913242" y="4157068"/>
                </a:cubicBezTo>
                <a:close/>
                <a:moveTo>
                  <a:pt x="4231609" y="4157068"/>
                </a:moveTo>
                <a:cubicBezTo>
                  <a:pt x="4139931" y="4157068"/>
                  <a:pt x="4073058" y="4173241"/>
                  <a:pt x="4030989" y="4205586"/>
                </a:cubicBezTo>
                <a:cubicBezTo>
                  <a:pt x="3988920" y="4237931"/>
                  <a:pt x="3967886" y="4300142"/>
                  <a:pt x="3967886" y="4392217"/>
                </a:cubicBezTo>
                <a:lnTo>
                  <a:pt x="3967886" y="4474370"/>
                </a:lnTo>
                <a:lnTo>
                  <a:pt x="4208392" y="4474370"/>
                </a:lnTo>
                <a:lnTo>
                  <a:pt x="4208392" y="4395193"/>
                </a:lnTo>
                <a:cubicBezTo>
                  <a:pt x="4208392" y="4358284"/>
                  <a:pt x="4211468" y="4334174"/>
                  <a:pt x="4217620" y="4322863"/>
                </a:cubicBezTo>
                <a:cubicBezTo>
                  <a:pt x="4223771" y="4311552"/>
                  <a:pt x="4235181" y="4305896"/>
                  <a:pt x="4251850" y="4305896"/>
                </a:cubicBezTo>
                <a:cubicBezTo>
                  <a:pt x="4266534" y="4305896"/>
                  <a:pt x="4277349" y="4311254"/>
                  <a:pt x="4284295" y="4321970"/>
                </a:cubicBezTo>
                <a:cubicBezTo>
                  <a:pt x="4291240" y="4332685"/>
                  <a:pt x="4294713" y="4354910"/>
                  <a:pt x="4294713" y="4388645"/>
                </a:cubicBezTo>
                <a:lnTo>
                  <a:pt x="4294713" y="4442223"/>
                </a:lnTo>
                <a:cubicBezTo>
                  <a:pt x="4294713" y="4473576"/>
                  <a:pt x="4291736" y="4496595"/>
                  <a:pt x="4285783" y="4511279"/>
                </a:cubicBezTo>
                <a:cubicBezTo>
                  <a:pt x="4279830" y="4525964"/>
                  <a:pt x="4270106" y="4535489"/>
                  <a:pt x="4256612" y="4539854"/>
                </a:cubicBezTo>
                <a:cubicBezTo>
                  <a:pt x="4243119" y="4544220"/>
                  <a:pt x="4207797" y="4546402"/>
                  <a:pt x="4150647" y="4546402"/>
                </a:cubicBezTo>
                <a:lnTo>
                  <a:pt x="4150647" y="4686301"/>
                </a:lnTo>
                <a:cubicBezTo>
                  <a:pt x="4197478" y="4687095"/>
                  <a:pt x="4229030" y="4690170"/>
                  <a:pt x="4245302" y="4695528"/>
                </a:cubicBezTo>
                <a:cubicBezTo>
                  <a:pt x="4261573" y="4700886"/>
                  <a:pt x="4273877" y="4712098"/>
                  <a:pt x="4282211" y="4729163"/>
                </a:cubicBezTo>
                <a:cubicBezTo>
                  <a:pt x="4290545" y="4746229"/>
                  <a:pt x="4294713" y="4773217"/>
                  <a:pt x="4294713" y="4810126"/>
                </a:cubicBezTo>
                <a:lnTo>
                  <a:pt x="4294713" y="4876801"/>
                </a:lnTo>
                <a:cubicBezTo>
                  <a:pt x="4294713" y="4937126"/>
                  <a:pt x="4291736" y="4974432"/>
                  <a:pt x="4285783" y="4988720"/>
                </a:cubicBezTo>
                <a:cubicBezTo>
                  <a:pt x="4279830" y="5003007"/>
                  <a:pt x="4267527" y="5010151"/>
                  <a:pt x="4248873" y="5010151"/>
                </a:cubicBezTo>
                <a:cubicBezTo>
                  <a:pt x="4231808" y="5010151"/>
                  <a:pt x="4220795" y="5004495"/>
                  <a:pt x="4215834" y="4993184"/>
                </a:cubicBezTo>
                <a:cubicBezTo>
                  <a:pt x="4210873" y="4981874"/>
                  <a:pt x="4208392" y="4955382"/>
                  <a:pt x="4208392" y="4913710"/>
                </a:cubicBezTo>
                <a:lnTo>
                  <a:pt x="4208392" y="4757143"/>
                </a:lnTo>
                <a:lnTo>
                  <a:pt x="3967886" y="4757143"/>
                </a:lnTo>
                <a:lnTo>
                  <a:pt x="3967886" y="4833343"/>
                </a:lnTo>
                <a:cubicBezTo>
                  <a:pt x="3967886" y="4925021"/>
                  <a:pt x="3974732" y="4989414"/>
                  <a:pt x="3988424" y="5026522"/>
                </a:cubicBezTo>
                <a:cubicBezTo>
                  <a:pt x="4002116" y="5063630"/>
                  <a:pt x="4030691" y="5094983"/>
                  <a:pt x="4074149" y="5120581"/>
                </a:cubicBezTo>
                <a:cubicBezTo>
                  <a:pt x="4117607" y="5146180"/>
                  <a:pt x="4177436" y="5158979"/>
                  <a:pt x="4253636" y="5158979"/>
                </a:cubicBezTo>
                <a:cubicBezTo>
                  <a:pt x="4320708" y="5158979"/>
                  <a:pt x="4375675" y="5147960"/>
                  <a:pt x="4418538" y="5125921"/>
                </a:cubicBezTo>
                <a:cubicBezTo>
                  <a:pt x="4461400" y="5103882"/>
                  <a:pt x="4491563" y="5071718"/>
                  <a:pt x="4509025" y="5029429"/>
                </a:cubicBezTo>
                <a:cubicBezTo>
                  <a:pt x="4526488" y="4987140"/>
                  <a:pt x="4535219" y="4927679"/>
                  <a:pt x="4535219" y="4851044"/>
                </a:cubicBezTo>
                <a:cubicBezTo>
                  <a:pt x="4535219" y="4747801"/>
                  <a:pt x="4526289" y="4682182"/>
                  <a:pt x="4508430" y="4654187"/>
                </a:cubicBezTo>
                <a:cubicBezTo>
                  <a:pt x="4490570" y="4626191"/>
                  <a:pt x="4463385" y="4606039"/>
                  <a:pt x="4426872" y="4593730"/>
                </a:cubicBezTo>
                <a:cubicBezTo>
                  <a:pt x="4463781" y="4573898"/>
                  <a:pt x="4489578" y="4551985"/>
                  <a:pt x="4504263" y="4527990"/>
                </a:cubicBezTo>
                <a:cubicBezTo>
                  <a:pt x="4518947" y="4503994"/>
                  <a:pt x="4526289" y="4465028"/>
                  <a:pt x="4526289" y="4411090"/>
                </a:cubicBezTo>
                <a:cubicBezTo>
                  <a:pt x="4526289" y="4331374"/>
                  <a:pt x="4505850" y="4269108"/>
                  <a:pt x="4464972" y="4224292"/>
                </a:cubicBezTo>
                <a:cubicBezTo>
                  <a:pt x="4424094" y="4179476"/>
                  <a:pt x="4346306" y="4157068"/>
                  <a:pt x="4231609" y="4157068"/>
                </a:cubicBezTo>
                <a:close/>
                <a:moveTo>
                  <a:pt x="4570342" y="3018236"/>
                </a:moveTo>
                <a:cubicBezTo>
                  <a:pt x="4584630" y="3018236"/>
                  <a:pt x="4593857" y="3023196"/>
                  <a:pt x="4598024" y="3033118"/>
                </a:cubicBezTo>
                <a:cubicBezTo>
                  <a:pt x="4602192" y="3043040"/>
                  <a:pt x="4604275" y="3066059"/>
                  <a:pt x="4604275" y="3102175"/>
                </a:cubicBezTo>
                <a:lnTo>
                  <a:pt x="4604275" y="3346848"/>
                </a:lnTo>
                <a:cubicBezTo>
                  <a:pt x="4604275" y="3391695"/>
                  <a:pt x="4601894" y="3420469"/>
                  <a:pt x="4597131" y="3433168"/>
                </a:cubicBezTo>
                <a:cubicBezTo>
                  <a:pt x="4592369" y="3445868"/>
                  <a:pt x="4582050" y="3452218"/>
                  <a:pt x="4566175" y="3452218"/>
                </a:cubicBezTo>
                <a:cubicBezTo>
                  <a:pt x="4552284" y="3452218"/>
                  <a:pt x="4543156" y="3446960"/>
                  <a:pt x="4538791" y="3436442"/>
                </a:cubicBezTo>
                <a:cubicBezTo>
                  <a:pt x="4534425" y="3425925"/>
                  <a:pt x="4532242" y="3403006"/>
                  <a:pt x="4532242" y="3367684"/>
                </a:cubicBezTo>
                <a:lnTo>
                  <a:pt x="4532242" y="3102175"/>
                </a:lnTo>
                <a:cubicBezTo>
                  <a:pt x="4532242" y="3068837"/>
                  <a:pt x="4535119" y="3046513"/>
                  <a:pt x="4540874" y="3035202"/>
                </a:cubicBezTo>
                <a:cubicBezTo>
                  <a:pt x="4546629" y="3023891"/>
                  <a:pt x="4556452" y="3018236"/>
                  <a:pt x="4570342" y="3018236"/>
                </a:cubicBezTo>
                <a:close/>
                <a:moveTo>
                  <a:pt x="3965505" y="2892625"/>
                </a:moveTo>
                <a:lnTo>
                  <a:pt x="3965505" y="3682604"/>
                </a:lnTo>
                <a:lnTo>
                  <a:pt x="4213155" y="3682604"/>
                </a:lnTo>
                <a:lnTo>
                  <a:pt x="4213155" y="2892625"/>
                </a:lnTo>
                <a:close/>
                <a:moveTo>
                  <a:pt x="4455447" y="2878337"/>
                </a:moveTo>
                <a:cubicBezTo>
                  <a:pt x="4400281" y="2878337"/>
                  <a:pt x="4359205" y="2894807"/>
                  <a:pt x="4332217" y="2927748"/>
                </a:cubicBezTo>
                <a:cubicBezTo>
                  <a:pt x="4305230" y="2960689"/>
                  <a:pt x="4291736" y="3014664"/>
                  <a:pt x="4291736" y="3089673"/>
                </a:cubicBezTo>
                <a:lnTo>
                  <a:pt x="4291736" y="3376614"/>
                </a:lnTo>
                <a:cubicBezTo>
                  <a:pt x="4291736" y="3429001"/>
                  <a:pt x="4296895" y="3469383"/>
                  <a:pt x="4307214" y="3497759"/>
                </a:cubicBezTo>
                <a:cubicBezTo>
                  <a:pt x="4317533" y="3526136"/>
                  <a:pt x="4336682" y="3549056"/>
                  <a:pt x="4364662" y="3566518"/>
                </a:cubicBezTo>
                <a:cubicBezTo>
                  <a:pt x="4392642" y="3583981"/>
                  <a:pt x="4428261" y="3592712"/>
                  <a:pt x="4471520" y="3592712"/>
                </a:cubicBezTo>
                <a:cubicBezTo>
                  <a:pt x="4496524" y="3592712"/>
                  <a:pt x="4520435" y="3587937"/>
                  <a:pt x="4543256" y="3578387"/>
                </a:cubicBezTo>
                <a:cubicBezTo>
                  <a:pt x="4566076" y="3568837"/>
                  <a:pt x="4587805" y="3554711"/>
                  <a:pt x="4608442" y="3536008"/>
                </a:cubicBezTo>
                <a:lnTo>
                  <a:pt x="4608442" y="3595605"/>
                </a:lnTo>
                <a:cubicBezTo>
                  <a:pt x="4608442" y="3629767"/>
                  <a:pt x="4605466" y="3652212"/>
                  <a:pt x="4599513" y="3662940"/>
                </a:cubicBezTo>
                <a:cubicBezTo>
                  <a:pt x="4593559" y="3673668"/>
                  <a:pt x="4581455" y="3679032"/>
                  <a:pt x="4563199" y="3679032"/>
                </a:cubicBezTo>
                <a:cubicBezTo>
                  <a:pt x="4537798" y="3679032"/>
                  <a:pt x="4525099" y="3661570"/>
                  <a:pt x="4525099" y="3626645"/>
                </a:cubicBezTo>
                <a:lnTo>
                  <a:pt x="4291736" y="3626645"/>
                </a:lnTo>
                <a:cubicBezTo>
                  <a:pt x="4293323" y="3702845"/>
                  <a:pt x="4317334" y="3753942"/>
                  <a:pt x="4363769" y="3779938"/>
                </a:cubicBezTo>
                <a:cubicBezTo>
                  <a:pt x="4410203" y="3805933"/>
                  <a:pt x="4471719" y="3818931"/>
                  <a:pt x="4548316" y="3818931"/>
                </a:cubicBezTo>
                <a:cubicBezTo>
                  <a:pt x="4610625" y="3818931"/>
                  <a:pt x="4662318" y="3811886"/>
                  <a:pt x="4703395" y="3797797"/>
                </a:cubicBezTo>
                <a:cubicBezTo>
                  <a:pt x="4744471" y="3783708"/>
                  <a:pt x="4776519" y="3763269"/>
                  <a:pt x="4799538" y="3736480"/>
                </a:cubicBezTo>
                <a:cubicBezTo>
                  <a:pt x="4822556" y="3709691"/>
                  <a:pt x="4835951" y="3684291"/>
                  <a:pt x="4839721" y="3660280"/>
                </a:cubicBezTo>
                <a:cubicBezTo>
                  <a:pt x="4843492" y="3636269"/>
                  <a:pt x="4845377" y="3583187"/>
                  <a:pt x="4845377" y="3501034"/>
                </a:cubicBezTo>
                <a:lnTo>
                  <a:pt x="4845377" y="2892625"/>
                </a:lnTo>
                <a:lnTo>
                  <a:pt x="4621539" y="2892625"/>
                </a:lnTo>
                <a:lnTo>
                  <a:pt x="4604275" y="2952305"/>
                </a:lnTo>
                <a:cubicBezTo>
                  <a:pt x="4584828" y="2927649"/>
                  <a:pt x="4562702" y="2909157"/>
                  <a:pt x="4537898" y="2896829"/>
                </a:cubicBezTo>
                <a:cubicBezTo>
                  <a:pt x="4513093" y="2884501"/>
                  <a:pt x="4485609" y="2878337"/>
                  <a:pt x="4455447" y="2878337"/>
                </a:cubicBezTo>
                <a:close/>
                <a:moveTo>
                  <a:pt x="3624986" y="2878337"/>
                </a:moveTo>
                <a:cubicBezTo>
                  <a:pt x="3572202" y="2878337"/>
                  <a:pt x="3525866" y="2886473"/>
                  <a:pt x="3485980" y="2902745"/>
                </a:cubicBezTo>
                <a:cubicBezTo>
                  <a:pt x="3446095" y="2919017"/>
                  <a:pt x="3417817" y="2942135"/>
                  <a:pt x="3401148" y="2972099"/>
                </a:cubicBezTo>
                <a:cubicBezTo>
                  <a:pt x="3384480" y="3002063"/>
                  <a:pt x="3376145" y="3048597"/>
                  <a:pt x="3376145" y="3111699"/>
                </a:cubicBezTo>
                <a:cubicBezTo>
                  <a:pt x="3376145" y="3156150"/>
                  <a:pt x="3383884" y="3194547"/>
                  <a:pt x="3399362" y="3226892"/>
                </a:cubicBezTo>
                <a:cubicBezTo>
                  <a:pt x="3414841" y="3259238"/>
                  <a:pt x="3457902" y="3295254"/>
                  <a:pt x="3528545" y="3334942"/>
                </a:cubicBezTo>
                <a:cubicBezTo>
                  <a:pt x="3612683" y="3381773"/>
                  <a:pt x="3659316" y="3409951"/>
                  <a:pt x="3668444" y="3419476"/>
                </a:cubicBezTo>
                <a:cubicBezTo>
                  <a:pt x="3677175" y="3429001"/>
                  <a:pt x="3681541" y="3452615"/>
                  <a:pt x="3681541" y="3490318"/>
                </a:cubicBezTo>
                <a:cubicBezTo>
                  <a:pt x="3681541" y="3517702"/>
                  <a:pt x="3678167" y="3535661"/>
                  <a:pt x="3671420" y="3544194"/>
                </a:cubicBezTo>
                <a:cubicBezTo>
                  <a:pt x="3664673" y="3552727"/>
                  <a:pt x="3652767" y="3556993"/>
                  <a:pt x="3635702" y="3556993"/>
                </a:cubicBezTo>
                <a:cubicBezTo>
                  <a:pt x="3619826" y="3556993"/>
                  <a:pt x="3609210" y="3550643"/>
                  <a:pt x="3603852" y="3537943"/>
                </a:cubicBezTo>
                <a:cubicBezTo>
                  <a:pt x="3598495" y="3525243"/>
                  <a:pt x="3595816" y="3497660"/>
                  <a:pt x="3595816" y="3455195"/>
                </a:cubicBezTo>
                <a:lnTo>
                  <a:pt x="3595816" y="3405188"/>
                </a:lnTo>
                <a:lnTo>
                  <a:pt x="3382694" y="3405188"/>
                </a:lnTo>
                <a:lnTo>
                  <a:pt x="3382694" y="3443288"/>
                </a:lnTo>
                <a:cubicBezTo>
                  <a:pt x="3382694" y="3509170"/>
                  <a:pt x="3390830" y="3558382"/>
                  <a:pt x="3407102" y="3590926"/>
                </a:cubicBezTo>
                <a:cubicBezTo>
                  <a:pt x="3423374" y="3623470"/>
                  <a:pt x="3453238" y="3649267"/>
                  <a:pt x="3496696" y="3668317"/>
                </a:cubicBezTo>
                <a:cubicBezTo>
                  <a:pt x="3540154" y="3687367"/>
                  <a:pt x="3592442" y="3696892"/>
                  <a:pt x="3653561" y="3696892"/>
                </a:cubicBezTo>
                <a:cubicBezTo>
                  <a:pt x="3708726" y="3696892"/>
                  <a:pt x="3755855" y="3688061"/>
                  <a:pt x="3794948" y="3670400"/>
                </a:cubicBezTo>
                <a:cubicBezTo>
                  <a:pt x="3834040" y="3652739"/>
                  <a:pt x="3861920" y="3627538"/>
                  <a:pt x="3878589" y="3594795"/>
                </a:cubicBezTo>
                <a:cubicBezTo>
                  <a:pt x="3895258" y="3562053"/>
                  <a:pt x="3903592" y="3513535"/>
                  <a:pt x="3903592" y="3449242"/>
                </a:cubicBezTo>
                <a:cubicBezTo>
                  <a:pt x="3903592" y="3391695"/>
                  <a:pt x="3892678" y="3347840"/>
                  <a:pt x="3870850" y="3317678"/>
                </a:cubicBezTo>
                <a:cubicBezTo>
                  <a:pt x="3849022" y="3287515"/>
                  <a:pt x="3803183" y="3255368"/>
                  <a:pt x="3733333" y="3221237"/>
                </a:cubicBezTo>
                <a:cubicBezTo>
                  <a:pt x="3680945" y="3195440"/>
                  <a:pt x="3646318" y="3175795"/>
                  <a:pt x="3629451" y="3162301"/>
                </a:cubicBezTo>
                <a:cubicBezTo>
                  <a:pt x="3612583" y="3148807"/>
                  <a:pt x="3602463" y="3136405"/>
                  <a:pt x="3599090" y="3125094"/>
                </a:cubicBezTo>
                <a:cubicBezTo>
                  <a:pt x="3595716" y="3113783"/>
                  <a:pt x="3594030" y="3096023"/>
                  <a:pt x="3594030" y="3071814"/>
                </a:cubicBezTo>
                <a:cubicBezTo>
                  <a:pt x="3594030" y="3053954"/>
                  <a:pt x="3597403" y="3040560"/>
                  <a:pt x="3604150" y="3031630"/>
                </a:cubicBezTo>
                <a:cubicBezTo>
                  <a:pt x="3610897" y="3022700"/>
                  <a:pt x="3621017" y="3018236"/>
                  <a:pt x="3634511" y="3018236"/>
                </a:cubicBezTo>
                <a:cubicBezTo>
                  <a:pt x="3651180" y="3018236"/>
                  <a:pt x="3661598" y="3023097"/>
                  <a:pt x="3665765" y="3032821"/>
                </a:cubicBezTo>
                <a:cubicBezTo>
                  <a:pt x="3669932" y="3042544"/>
                  <a:pt x="3672016" y="3065662"/>
                  <a:pt x="3672016" y="3102175"/>
                </a:cubicBezTo>
                <a:lnTo>
                  <a:pt x="3672016" y="3145037"/>
                </a:lnTo>
                <a:lnTo>
                  <a:pt x="3885137" y="3145037"/>
                </a:lnTo>
                <a:lnTo>
                  <a:pt x="3885137" y="3099198"/>
                </a:lnTo>
                <a:cubicBezTo>
                  <a:pt x="3885137" y="3059511"/>
                  <a:pt x="3883054" y="3030340"/>
                  <a:pt x="3878887" y="3011687"/>
                </a:cubicBezTo>
                <a:cubicBezTo>
                  <a:pt x="3874720" y="2993034"/>
                  <a:pt x="3862813" y="2972793"/>
                  <a:pt x="3843168" y="2950965"/>
                </a:cubicBezTo>
                <a:cubicBezTo>
                  <a:pt x="3823523" y="2929137"/>
                  <a:pt x="3795344" y="2911575"/>
                  <a:pt x="3758634" y="2898280"/>
                </a:cubicBezTo>
                <a:cubicBezTo>
                  <a:pt x="3721922" y="2884985"/>
                  <a:pt x="3677373" y="2878337"/>
                  <a:pt x="3624986" y="2878337"/>
                </a:cubicBezTo>
                <a:close/>
                <a:moveTo>
                  <a:pt x="3147545" y="2878337"/>
                </a:moveTo>
                <a:cubicBezTo>
                  <a:pt x="3114605" y="2878337"/>
                  <a:pt x="3085534" y="2885592"/>
                  <a:pt x="3060332" y="2900103"/>
                </a:cubicBezTo>
                <a:cubicBezTo>
                  <a:pt x="3035130" y="2914614"/>
                  <a:pt x="3013799" y="2936380"/>
                  <a:pt x="2996336" y="2965401"/>
                </a:cubicBezTo>
                <a:lnTo>
                  <a:pt x="3000503" y="2892625"/>
                </a:lnTo>
                <a:lnTo>
                  <a:pt x="2755830" y="2892625"/>
                </a:lnTo>
                <a:lnTo>
                  <a:pt x="2755830" y="3682604"/>
                </a:lnTo>
                <a:lnTo>
                  <a:pt x="2996336" y="3682604"/>
                </a:lnTo>
                <a:lnTo>
                  <a:pt x="2996336" y="3148609"/>
                </a:lnTo>
                <a:cubicBezTo>
                  <a:pt x="2996336" y="3089078"/>
                  <a:pt x="2998519" y="3052466"/>
                  <a:pt x="3002884" y="3038774"/>
                </a:cubicBezTo>
                <a:cubicBezTo>
                  <a:pt x="3007250" y="3025082"/>
                  <a:pt x="3017966" y="3018236"/>
                  <a:pt x="3035031" y="3018236"/>
                </a:cubicBezTo>
                <a:cubicBezTo>
                  <a:pt x="3051303" y="3018236"/>
                  <a:pt x="3061225" y="3024189"/>
                  <a:pt x="3064797" y="3036095"/>
                </a:cubicBezTo>
                <a:cubicBezTo>
                  <a:pt x="3068369" y="3048001"/>
                  <a:pt x="3070155" y="3081140"/>
                  <a:pt x="3070155" y="3135512"/>
                </a:cubicBezTo>
                <a:lnTo>
                  <a:pt x="3070155" y="3682604"/>
                </a:lnTo>
                <a:lnTo>
                  <a:pt x="3310661" y="3682604"/>
                </a:lnTo>
                <a:lnTo>
                  <a:pt x="3310661" y="3128964"/>
                </a:lnTo>
                <a:cubicBezTo>
                  <a:pt x="3310661" y="3059907"/>
                  <a:pt x="3306891" y="3010596"/>
                  <a:pt x="3299350" y="2981028"/>
                </a:cubicBezTo>
                <a:cubicBezTo>
                  <a:pt x="3291809" y="2951461"/>
                  <a:pt x="3274942" y="2926954"/>
                  <a:pt x="3248748" y="2907507"/>
                </a:cubicBezTo>
                <a:cubicBezTo>
                  <a:pt x="3222555" y="2888061"/>
                  <a:pt x="3188820" y="2878337"/>
                  <a:pt x="3147545" y="2878337"/>
                </a:cubicBezTo>
                <a:close/>
                <a:moveTo>
                  <a:pt x="5578206" y="2787254"/>
                </a:moveTo>
                <a:lnTo>
                  <a:pt x="5578206" y="2911675"/>
                </a:lnTo>
                <a:lnTo>
                  <a:pt x="5526414" y="2911675"/>
                </a:lnTo>
                <a:lnTo>
                  <a:pt x="5526414" y="3036690"/>
                </a:lnTo>
                <a:lnTo>
                  <a:pt x="5578206" y="3036690"/>
                </a:lnTo>
                <a:lnTo>
                  <a:pt x="5578206" y="3437931"/>
                </a:lnTo>
                <a:cubicBezTo>
                  <a:pt x="5578206" y="3516512"/>
                  <a:pt x="5580389" y="3566419"/>
                  <a:pt x="5584755" y="3587652"/>
                </a:cubicBezTo>
                <a:cubicBezTo>
                  <a:pt x="5589121" y="3608885"/>
                  <a:pt x="5600233" y="3627736"/>
                  <a:pt x="5618092" y="3644206"/>
                </a:cubicBezTo>
                <a:cubicBezTo>
                  <a:pt x="5635951" y="3660677"/>
                  <a:pt x="5656589" y="3671194"/>
                  <a:pt x="5680005" y="3675758"/>
                </a:cubicBezTo>
                <a:cubicBezTo>
                  <a:pt x="5703421" y="3680322"/>
                  <a:pt x="5742512" y="3682604"/>
                  <a:pt x="5797281" y="3682604"/>
                </a:cubicBezTo>
                <a:lnTo>
                  <a:pt x="5894317" y="3682604"/>
                </a:lnTo>
                <a:lnTo>
                  <a:pt x="5894317" y="3555207"/>
                </a:lnTo>
                <a:cubicBezTo>
                  <a:pt x="5855026" y="3555207"/>
                  <a:pt x="5832702" y="3552231"/>
                  <a:pt x="5827344" y="3546277"/>
                </a:cubicBezTo>
                <a:cubicBezTo>
                  <a:pt x="5821987" y="3540324"/>
                  <a:pt x="5819308" y="3511353"/>
                  <a:pt x="5819308" y="3459362"/>
                </a:cubicBezTo>
                <a:lnTo>
                  <a:pt x="5819308" y="3036690"/>
                </a:lnTo>
                <a:lnTo>
                  <a:pt x="5884197" y="3036690"/>
                </a:lnTo>
                <a:lnTo>
                  <a:pt x="5884197" y="2911675"/>
                </a:lnTo>
                <a:lnTo>
                  <a:pt x="5819308" y="2911675"/>
                </a:lnTo>
                <a:lnTo>
                  <a:pt x="5819308" y="2787254"/>
                </a:lnTo>
                <a:close/>
                <a:moveTo>
                  <a:pt x="4927530" y="2718793"/>
                </a:moveTo>
                <a:lnTo>
                  <a:pt x="4927530" y="3682604"/>
                </a:lnTo>
                <a:lnTo>
                  <a:pt x="5168036" y="3682604"/>
                </a:lnTo>
                <a:lnTo>
                  <a:pt x="5168036" y="3118843"/>
                </a:lnTo>
                <a:cubicBezTo>
                  <a:pt x="5168036" y="3078759"/>
                  <a:pt x="5170616" y="3051970"/>
                  <a:pt x="5175775" y="3038476"/>
                </a:cubicBezTo>
                <a:cubicBezTo>
                  <a:pt x="5180934" y="3024982"/>
                  <a:pt x="5190856" y="3018236"/>
                  <a:pt x="5205540" y="3018236"/>
                </a:cubicBezTo>
                <a:cubicBezTo>
                  <a:pt x="5221416" y="3018236"/>
                  <a:pt x="5231635" y="3024784"/>
                  <a:pt x="5236199" y="3037881"/>
                </a:cubicBezTo>
                <a:cubicBezTo>
                  <a:pt x="5240763" y="3050978"/>
                  <a:pt x="5243045" y="3080545"/>
                  <a:pt x="5243045" y="3126583"/>
                </a:cubicBezTo>
                <a:lnTo>
                  <a:pt x="5243045" y="3682604"/>
                </a:lnTo>
                <a:lnTo>
                  <a:pt x="5483551" y="3682604"/>
                </a:lnTo>
                <a:lnTo>
                  <a:pt x="5483551" y="3137893"/>
                </a:lnTo>
                <a:cubicBezTo>
                  <a:pt x="5483551" y="3063678"/>
                  <a:pt x="5480277" y="3012580"/>
                  <a:pt x="5473729" y="2984600"/>
                </a:cubicBezTo>
                <a:cubicBezTo>
                  <a:pt x="5467180" y="2956621"/>
                  <a:pt x="5449123" y="2931915"/>
                  <a:pt x="5419555" y="2910484"/>
                </a:cubicBezTo>
                <a:cubicBezTo>
                  <a:pt x="5389988" y="2889053"/>
                  <a:pt x="5354170" y="2878337"/>
                  <a:pt x="5312101" y="2878337"/>
                </a:cubicBezTo>
                <a:cubicBezTo>
                  <a:pt x="5284717" y="2878337"/>
                  <a:pt x="5259020" y="2883112"/>
                  <a:pt x="5235008" y="2892662"/>
                </a:cubicBezTo>
                <a:cubicBezTo>
                  <a:pt x="5210998" y="2902211"/>
                  <a:pt x="5188673" y="2916536"/>
                  <a:pt x="5168036" y="2935636"/>
                </a:cubicBezTo>
                <a:lnTo>
                  <a:pt x="5168036" y="2718793"/>
                </a:lnTo>
                <a:close/>
                <a:moveTo>
                  <a:pt x="3965505" y="2718793"/>
                </a:moveTo>
                <a:lnTo>
                  <a:pt x="3965505" y="2844404"/>
                </a:lnTo>
                <a:lnTo>
                  <a:pt x="4213155" y="2844404"/>
                </a:lnTo>
                <a:lnTo>
                  <a:pt x="4213155" y="2718793"/>
                </a:lnTo>
                <a:close/>
                <a:moveTo>
                  <a:pt x="2420073" y="2718793"/>
                </a:moveTo>
                <a:lnTo>
                  <a:pt x="2420073" y="3682604"/>
                </a:lnTo>
                <a:lnTo>
                  <a:pt x="2670700" y="3682604"/>
                </a:lnTo>
                <a:lnTo>
                  <a:pt x="2670700" y="2718793"/>
                </a:lnTo>
                <a:close/>
                <a:moveTo>
                  <a:pt x="1575325" y="1781176"/>
                </a:moveTo>
                <a:cubicBezTo>
                  <a:pt x="1612631" y="1782367"/>
                  <a:pt x="1635650" y="1787328"/>
                  <a:pt x="1644381" y="1796059"/>
                </a:cubicBezTo>
                <a:cubicBezTo>
                  <a:pt x="1653113" y="1804790"/>
                  <a:pt x="1657478" y="1829793"/>
                  <a:pt x="1657478" y="1871068"/>
                </a:cubicBezTo>
                <a:lnTo>
                  <a:pt x="1657478" y="1960960"/>
                </a:lnTo>
                <a:cubicBezTo>
                  <a:pt x="1657478" y="1999854"/>
                  <a:pt x="1652616" y="2024262"/>
                  <a:pt x="1642893" y="2034184"/>
                </a:cubicBezTo>
                <a:cubicBezTo>
                  <a:pt x="1633170" y="2044106"/>
                  <a:pt x="1610647" y="2049662"/>
                  <a:pt x="1575325" y="2050853"/>
                </a:cubicBezTo>
                <a:close/>
                <a:moveTo>
                  <a:pt x="4445327" y="1551386"/>
                </a:moveTo>
                <a:cubicBezTo>
                  <a:pt x="4458820" y="1551386"/>
                  <a:pt x="4467750" y="1557339"/>
                  <a:pt x="4472116" y="1569245"/>
                </a:cubicBezTo>
                <a:cubicBezTo>
                  <a:pt x="4476481" y="1581151"/>
                  <a:pt x="4478664" y="1607543"/>
                  <a:pt x="4478664" y="1648421"/>
                </a:cubicBezTo>
                <a:lnTo>
                  <a:pt x="4478664" y="1706167"/>
                </a:lnTo>
                <a:lnTo>
                  <a:pt x="4408417" y="1706167"/>
                </a:lnTo>
                <a:lnTo>
                  <a:pt x="4408417" y="1648421"/>
                </a:lnTo>
                <a:cubicBezTo>
                  <a:pt x="4408417" y="1603972"/>
                  <a:pt x="4410402" y="1576686"/>
                  <a:pt x="4414370" y="1566566"/>
                </a:cubicBezTo>
                <a:cubicBezTo>
                  <a:pt x="4418339" y="1556446"/>
                  <a:pt x="4428658" y="1551386"/>
                  <a:pt x="4445327" y="1551386"/>
                </a:cubicBezTo>
                <a:close/>
                <a:moveTo>
                  <a:pt x="3203505" y="1425774"/>
                </a:moveTo>
                <a:lnTo>
                  <a:pt x="3203505" y="2215754"/>
                </a:lnTo>
                <a:lnTo>
                  <a:pt x="3451155" y="2215754"/>
                </a:lnTo>
                <a:lnTo>
                  <a:pt x="3451155" y="1425774"/>
                </a:lnTo>
                <a:close/>
                <a:moveTo>
                  <a:pt x="1990258" y="1425774"/>
                </a:moveTo>
                <a:lnTo>
                  <a:pt x="1990258" y="1958579"/>
                </a:lnTo>
                <a:cubicBezTo>
                  <a:pt x="1990258" y="2026445"/>
                  <a:pt x="1991647" y="2071788"/>
                  <a:pt x="1994425" y="2094608"/>
                </a:cubicBezTo>
                <a:cubicBezTo>
                  <a:pt x="1997203" y="2117428"/>
                  <a:pt x="2004248" y="2139356"/>
                  <a:pt x="2015559" y="2160390"/>
                </a:cubicBezTo>
                <a:cubicBezTo>
                  <a:pt x="2026870" y="2181424"/>
                  <a:pt x="2044431" y="2198292"/>
                  <a:pt x="2068244" y="2210992"/>
                </a:cubicBezTo>
                <a:cubicBezTo>
                  <a:pt x="2092056" y="2223692"/>
                  <a:pt x="2122020" y="2230042"/>
                  <a:pt x="2158136" y="2230042"/>
                </a:cubicBezTo>
                <a:cubicBezTo>
                  <a:pt x="2189886" y="2230042"/>
                  <a:pt x="2217965" y="2223382"/>
                  <a:pt x="2242373" y="2210062"/>
                </a:cubicBezTo>
                <a:cubicBezTo>
                  <a:pt x="2266780" y="2196741"/>
                  <a:pt x="2287319" y="2176761"/>
                  <a:pt x="2303988" y="2150121"/>
                </a:cubicBezTo>
                <a:lnTo>
                  <a:pt x="2299820" y="2215754"/>
                </a:lnTo>
                <a:lnTo>
                  <a:pt x="2544494" y="2215754"/>
                </a:lnTo>
                <a:lnTo>
                  <a:pt x="2544494" y="1425774"/>
                </a:lnTo>
                <a:lnTo>
                  <a:pt x="2303988" y="1425774"/>
                </a:lnTo>
                <a:lnTo>
                  <a:pt x="2303988" y="1957389"/>
                </a:lnTo>
                <a:cubicBezTo>
                  <a:pt x="2303988" y="2022079"/>
                  <a:pt x="2302301" y="2060378"/>
                  <a:pt x="2298927" y="2072284"/>
                </a:cubicBezTo>
                <a:cubicBezTo>
                  <a:pt x="2295554" y="2084190"/>
                  <a:pt x="2284937" y="2090143"/>
                  <a:pt x="2267078" y="2090143"/>
                </a:cubicBezTo>
                <a:cubicBezTo>
                  <a:pt x="2250409" y="2090143"/>
                  <a:pt x="2240190" y="2084389"/>
                  <a:pt x="2236420" y="2072879"/>
                </a:cubicBezTo>
                <a:cubicBezTo>
                  <a:pt x="2232649" y="2061370"/>
                  <a:pt x="2230764" y="2024857"/>
                  <a:pt x="2230764" y="1963342"/>
                </a:cubicBezTo>
                <a:lnTo>
                  <a:pt x="2230764" y="1425774"/>
                </a:lnTo>
                <a:close/>
                <a:moveTo>
                  <a:pt x="1575325" y="1416845"/>
                </a:moveTo>
                <a:cubicBezTo>
                  <a:pt x="1601122" y="1417242"/>
                  <a:pt x="1618485" y="1419028"/>
                  <a:pt x="1627415" y="1422203"/>
                </a:cubicBezTo>
                <a:cubicBezTo>
                  <a:pt x="1636344" y="1425378"/>
                  <a:pt x="1643588" y="1433017"/>
                  <a:pt x="1649144" y="1445122"/>
                </a:cubicBezTo>
                <a:cubicBezTo>
                  <a:pt x="1654700" y="1457227"/>
                  <a:pt x="1657478" y="1478360"/>
                  <a:pt x="1657478" y="1508523"/>
                </a:cubicBezTo>
                <a:cubicBezTo>
                  <a:pt x="1657478" y="1565673"/>
                  <a:pt x="1654105" y="1600300"/>
                  <a:pt x="1647358" y="1612405"/>
                </a:cubicBezTo>
                <a:cubicBezTo>
                  <a:pt x="1640611" y="1624510"/>
                  <a:pt x="1624934" y="1630562"/>
                  <a:pt x="1600328" y="1630562"/>
                </a:cubicBezTo>
                <a:cubicBezTo>
                  <a:pt x="1594375" y="1630562"/>
                  <a:pt x="1586041" y="1630761"/>
                  <a:pt x="1575325" y="1631157"/>
                </a:cubicBezTo>
                <a:close/>
                <a:moveTo>
                  <a:pt x="5596661" y="1411487"/>
                </a:moveTo>
                <a:cubicBezTo>
                  <a:pt x="5543877" y="1411487"/>
                  <a:pt x="5497541" y="1419623"/>
                  <a:pt x="5457655" y="1435895"/>
                </a:cubicBezTo>
                <a:cubicBezTo>
                  <a:pt x="5417769" y="1452167"/>
                  <a:pt x="5389492" y="1475285"/>
                  <a:pt x="5372823" y="1505249"/>
                </a:cubicBezTo>
                <a:cubicBezTo>
                  <a:pt x="5356155" y="1535213"/>
                  <a:pt x="5347820" y="1581746"/>
                  <a:pt x="5347820" y="1644849"/>
                </a:cubicBezTo>
                <a:cubicBezTo>
                  <a:pt x="5347820" y="1689300"/>
                  <a:pt x="5355559" y="1727697"/>
                  <a:pt x="5371037" y="1760043"/>
                </a:cubicBezTo>
                <a:cubicBezTo>
                  <a:pt x="5386515" y="1792388"/>
                  <a:pt x="5429577" y="1828404"/>
                  <a:pt x="5500220" y="1868092"/>
                </a:cubicBezTo>
                <a:cubicBezTo>
                  <a:pt x="5584358" y="1914923"/>
                  <a:pt x="5630991" y="1943101"/>
                  <a:pt x="5640119" y="1952626"/>
                </a:cubicBezTo>
                <a:cubicBezTo>
                  <a:pt x="5648850" y="1962151"/>
                  <a:pt x="5653215" y="1985765"/>
                  <a:pt x="5653215" y="2023468"/>
                </a:cubicBezTo>
                <a:cubicBezTo>
                  <a:pt x="5653215" y="2050853"/>
                  <a:pt x="5649842" y="2068811"/>
                  <a:pt x="5643095" y="2077344"/>
                </a:cubicBezTo>
                <a:cubicBezTo>
                  <a:pt x="5636348" y="2085877"/>
                  <a:pt x="5624442" y="2090143"/>
                  <a:pt x="5607376" y="2090143"/>
                </a:cubicBezTo>
                <a:cubicBezTo>
                  <a:pt x="5591502" y="2090143"/>
                  <a:pt x="5580885" y="2083793"/>
                  <a:pt x="5575527" y="2071093"/>
                </a:cubicBezTo>
                <a:cubicBezTo>
                  <a:pt x="5570169" y="2058393"/>
                  <a:pt x="5567490" y="2030811"/>
                  <a:pt x="5567490" y="1988345"/>
                </a:cubicBezTo>
                <a:lnTo>
                  <a:pt x="5567490" y="1938339"/>
                </a:lnTo>
                <a:lnTo>
                  <a:pt x="5354369" y="1938339"/>
                </a:lnTo>
                <a:lnTo>
                  <a:pt x="5354369" y="1976439"/>
                </a:lnTo>
                <a:cubicBezTo>
                  <a:pt x="5354369" y="2042320"/>
                  <a:pt x="5362505" y="2091532"/>
                  <a:pt x="5378776" y="2124076"/>
                </a:cubicBezTo>
                <a:cubicBezTo>
                  <a:pt x="5395049" y="2156620"/>
                  <a:pt x="5424913" y="2182417"/>
                  <a:pt x="5468371" y="2201467"/>
                </a:cubicBezTo>
                <a:cubicBezTo>
                  <a:pt x="5511829" y="2220517"/>
                  <a:pt x="5564117" y="2230042"/>
                  <a:pt x="5625236" y="2230042"/>
                </a:cubicBezTo>
                <a:cubicBezTo>
                  <a:pt x="5680402" y="2230042"/>
                  <a:pt x="5727531" y="2221211"/>
                  <a:pt x="5766622" y="2203550"/>
                </a:cubicBezTo>
                <a:cubicBezTo>
                  <a:pt x="5805715" y="2185889"/>
                  <a:pt x="5833595" y="2160688"/>
                  <a:pt x="5850264" y="2127946"/>
                </a:cubicBezTo>
                <a:cubicBezTo>
                  <a:pt x="5866933" y="2095203"/>
                  <a:pt x="5875267" y="2046685"/>
                  <a:pt x="5875267" y="1982392"/>
                </a:cubicBezTo>
                <a:cubicBezTo>
                  <a:pt x="5875267" y="1924845"/>
                  <a:pt x="5864353" y="1880990"/>
                  <a:pt x="5842525" y="1850828"/>
                </a:cubicBezTo>
                <a:cubicBezTo>
                  <a:pt x="5820697" y="1820665"/>
                  <a:pt x="5774858" y="1788518"/>
                  <a:pt x="5705008" y="1754387"/>
                </a:cubicBezTo>
                <a:cubicBezTo>
                  <a:pt x="5652620" y="1728590"/>
                  <a:pt x="5617993" y="1708945"/>
                  <a:pt x="5601126" y="1695451"/>
                </a:cubicBezTo>
                <a:cubicBezTo>
                  <a:pt x="5584259" y="1681957"/>
                  <a:pt x="5574138" y="1669555"/>
                  <a:pt x="5570765" y="1658244"/>
                </a:cubicBezTo>
                <a:cubicBezTo>
                  <a:pt x="5567392" y="1646933"/>
                  <a:pt x="5565705" y="1629173"/>
                  <a:pt x="5565705" y="1604964"/>
                </a:cubicBezTo>
                <a:cubicBezTo>
                  <a:pt x="5565705" y="1587104"/>
                  <a:pt x="5569078" y="1573710"/>
                  <a:pt x="5575825" y="1564780"/>
                </a:cubicBezTo>
                <a:cubicBezTo>
                  <a:pt x="5582572" y="1555850"/>
                  <a:pt x="5592692" y="1551386"/>
                  <a:pt x="5606186" y="1551386"/>
                </a:cubicBezTo>
                <a:cubicBezTo>
                  <a:pt x="5622855" y="1551386"/>
                  <a:pt x="5633272" y="1556247"/>
                  <a:pt x="5637440" y="1565971"/>
                </a:cubicBezTo>
                <a:cubicBezTo>
                  <a:pt x="5641607" y="1575694"/>
                  <a:pt x="5643690" y="1598812"/>
                  <a:pt x="5643690" y="1635325"/>
                </a:cubicBezTo>
                <a:lnTo>
                  <a:pt x="5643690" y="1678187"/>
                </a:lnTo>
                <a:lnTo>
                  <a:pt x="5856812" y="1678187"/>
                </a:lnTo>
                <a:lnTo>
                  <a:pt x="5856812" y="1632348"/>
                </a:lnTo>
                <a:cubicBezTo>
                  <a:pt x="5856812" y="1592660"/>
                  <a:pt x="5854729" y="1563490"/>
                  <a:pt x="5850562" y="1544837"/>
                </a:cubicBezTo>
                <a:cubicBezTo>
                  <a:pt x="5846394" y="1526184"/>
                  <a:pt x="5834488" y="1505943"/>
                  <a:pt x="5814843" y="1484115"/>
                </a:cubicBezTo>
                <a:cubicBezTo>
                  <a:pt x="5795197" y="1462287"/>
                  <a:pt x="5767020" y="1444725"/>
                  <a:pt x="5730308" y="1431430"/>
                </a:cubicBezTo>
                <a:cubicBezTo>
                  <a:pt x="5693598" y="1418135"/>
                  <a:pt x="5649048" y="1411487"/>
                  <a:pt x="5596661" y="1411487"/>
                </a:cubicBezTo>
                <a:close/>
                <a:moveTo>
                  <a:pt x="5025161" y="1411487"/>
                </a:moveTo>
                <a:cubicBezTo>
                  <a:pt x="4972377" y="1411487"/>
                  <a:pt x="4926042" y="1419623"/>
                  <a:pt x="4886156" y="1435895"/>
                </a:cubicBezTo>
                <a:cubicBezTo>
                  <a:pt x="4846270" y="1452167"/>
                  <a:pt x="4817992" y="1475285"/>
                  <a:pt x="4801324" y="1505249"/>
                </a:cubicBezTo>
                <a:cubicBezTo>
                  <a:pt x="4784655" y="1535213"/>
                  <a:pt x="4776320" y="1581746"/>
                  <a:pt x="4776320" y="1644849"/>
                </a:cubicBezTo>
                <a:cubicBezTo>
                  <a:pt x="4776320" y="1689300"/>
                  <a:pt x="4784059" y="1727697"/>
                  <a:pt x="4799538" y="1760043"/>
                </a:cubicBezTo>
                <a:cubicBezTo>
                  <a:pt x="4815016" y="1792388"/>
                  <a:pt x="4858077" y="1828404"/>
                  <a:pt x="4928720" y="1868092"/>
                </a:cubicBezTo>
                <a:cubicBezTo>
                  <a:pt x="5012858" y="1914923"/>
                  <a:pt x="5059491" y="1943101"/>
                  <a:pt x="5068619" y="1952626"/>
                </a:cubicBezTo>
                <a:cubicBezTo>
                  <a:pt x="5077350" y="1962151"/>
                  <a:pt x="5081715" y="1985765"/>
                  <a:pt x="5081715" y="2023468"/>
                </a:cubicBezTo>
                <a:cubicBezTo>
                  <a:pt x="5081715" y="2050853"/>
                  <a:pt x="5078342" y="2068811"/>
                  <a:pt x="5071595" y="2077344"/>
                </a:cubicBezTo>
                <a:cubicBezTo>
                  <a:pt x="5064848" y="2085877"/>
                  <a:pt x="5052942" y="2090143"/>
                  <a:pt x="5035876" y="2090143"/>
                </a:cubicBezTo>
                <a:cubicBezTo>
                  <a:pt x="5020002" y="2090143"/>
                  <a:pt x="5009385" y="2083793"/>
                  <a:pt x="5004027" y="2071093"/>
                </a:cubicBezTo>
                <a:cubicBezTo>
                  <a:pt x="4998669" y="2058393"/>
                  <a:pt x="4995990" y="2030811"/>
                  <a:pt x="4995990" y="1988345"/>
                </a:cubicBezTo>
                <a:lnTo>
                  <a:pt x="4995990" y="1938339"/>
                </a:lnTo>
                <a:lnTo>
                  <a:pt x="4782869" y="1938339"/>
                </a:lnTo>
                <a:lnTo>
                  <a:pt x="4782869" y="1976439"/>
                </a:lnTo>
                <a:cubicBezTo>
                  <a:pt x="4782869" y="2042320"/>
                  <a:pt x="4791005" y="2091532"/>
                  <a:pt x="4807277" y="2124076"/>
                </a:cubicBezTo>
                <a:cubicBezTo>
                  <a:pt x="4823549" y="2156620"/>
                  <a:pt x="4853413" y="2182417"/>
                  <a:pt x="4896871" y="2201467"/>
                </a:cubicBezTo>
                <a:cubicBezTo>
                  <a:pt x="4940329" y="2220517"/>
                  <a:pt x="4992617" y="2230042"/>
                  <a:pt x="5053736" y="2230042"/>
                </a:cubicBezTo>
                <a:cubicBezTo>
                  <a:pt x="5108902" y="2230042"/>
                  <a:pt x="5156031" y="2221211"/>
                  <a:pt x="5195122" y="2203550"/>
                </a:cubicBezTo>
                <a:cubicBezTo>
                  <a:pt x="5234215" y="2185889"/>
                  <a:pt x="5262095" y="2160688"/>
                  <a:pt x="5278764" y="2127946"/>
                </a:cubicBezTo>
                <a:cubicBezTo>
                  <a:pt x="5295433" y="2095203"/>
                  <a:pt x="5303767" y="2046685"/>
                  <a:pt x="5303767" y="1982392"/>
                </a:cubicBezTo>
                <a:cubicBezTo>
                  <a:pt x="5303767" y="1924845"/>
                  <a:pt x="5292853" y="1880990"/>
                  <a:pt x="5271025" y="1850828"/>
                </a:cubicBezTo>
                <a:cubicBezTo>
                  <a:pt x="5249197" y="1820665"/>
                  <a:pt x="5203358" y="1788518"/>
                  <a:pt x="5133508" y="1754387"/>
                </a:cubicBezTo>
                <a:cubicBezTo>
                  <a:pt x="5081120" y="1728590"/>
                  <a:pt x="5046493" y="1708945"/>
                  <a:pt x="5029626" y="1695451"/>
                </a:cubicBezTo>
                <a:cubicBezTo>
                  <a:pt x="5012759" y="1681957"/>
                  <a:pt x="5002638" y="1669555"/>
                  <a:pt x="4999265" y="1658244"/>
                </a:cubicBezTo>
                <a:cubicBezTo>
                  <a:pt x="4995892" y="1646933"/>
                  <a:pt x="4994205" y="1629173"/>
                  <a:pt x="4994205" y="1604964"/>
                </a:cubicBezTo>
                <a:cubicBezTo>
                  <a:pt x="4994205" y="1587104"/>
                  <a:pt x="4997578" y="1573710"/>
                  <a:pt x="5004325" y="1564780"/>
                </a:cubicBezTo>
                <a:cubicBezTo>
                  <a:pt x="5011072" y="1555850"/>
                  <a:pt x="5021192" y="1551386"/>
                  <a:pt x="5034686" y="1551386"/>
                </a:cubicBezTo>
                <a:cubicBezTo>
                  <a:pt x="5051355" y="1551386"/>
                  <a:pt x="5061772" y="1556247"/>
                  <a:pt x="5065940" y="1565971"/>
                </a:cubicBezTo>
                <a:cubicBezTo>
                  <a:pt x="5070107" y="1575694"/>
                  <a:pt x="5072190" y="1598812"/>
                  <a:pt x="5072190" y="1635325"/>
                </a:cubicBezTo>
                <a:lnTo>
                  <a:pt x="5072190" y="1678187"/>
                </a:lnTo>
                <a:lnTo>
                  <a:pt x="5285312" y="1678187"/>
                </a:lnTo>
                <a:lnTo>
                  <a:pt x="5285312" y="1632348"/>
                </a:lnTo>
                <a:cubicBezTo>
                  <a:pt x="5285312" y="1592660"/>
                  <a:pt x="5283229" y="1563490"/>
                  <a:pt x="5279062" y="1544837"/>
                </a:cubicBezTo>
                <a:cubicBezTo>
                  <a:pt x="5274894" y="1526184"/>
                  <a:pt x="5262988" y="1505943"/>
                  <a:pt x="5243343" y="1484115"/>
                </a:cubicBezTo>
                <a:cubicBezTo>
                  <a:pt x="5223697" y="1462287"/>
                  <a:pt x="5195520" y="1444725"/>
                  <a:pt x="5158808" y="1431430"/>
                </a:cubicBezTo>
                <a:cubicBezTo>
                  <a:pt x="5122098" y="1418135"/>
                  <a:pt x="5077548" y="1411487"/>
                  <a:pt x="5025161" y="1411487"/>
                </a:cubicBezTo>
                <a:close/>
                <a:moveTo>
                  <a:pt x="4434016" y="1411487"/>
                </a:moveTo>
                <a:cubicBezTo>
                  <a:pt x="4378850" y="1411487"/>
                  <a:pt x="4330035" y="1422104"/>
                  <a:pt x="4287569" y="1443336"/>
                </a:cubicBezTo>
                <a:cubicBezTo>
                  <a:pt x="4245103" y="1464569"/>
                  <a:pt x="4214544" y="1495128"/>
                  <a:pt x="4195891" y="1535014"/>
                </a:cubicBezTo>
                <a:cubicBezTo>
                  <a:pt x="4177237" y="1574900"/>
                  <a:pt x="4167911" y="1629372"/>
                  <a:pt x="4167911" y="1698428"/>
                </a:cubicBezTo>
                <a:lnTo>
                  <a:pt x="4167911" y="1928814"/>
                </a:lnTo>
                <a:cubicBezTo>
                  <a:pt x="4167911" y="1987551"/>
                  <a:pt x="4172078" y="2032299"/>
                  <a:pt x="4180412" y="2063057"/>
                </a:cubicBezTo>
                <a:cubicBezTo>
                  <a:pt x="4188747" y="2093814"/>
                  <a:pt x="4203729" y="2121992"/>
                  <a:pt x="4225359" y="2147591"/>
                </a:cubicBezTo>
                <a:cubicBezTo>
                  <a:pt x="4246988" y="2173189"/>
                  <a:pt x="4277250" y="2193331"/>
                  <a:pt x="4316144" y="2208015"/>
                </a:cubicBezTo>
                <a:cubicBezTo>
                  <a:pt x="4355038" y="2222699"/>
                  <a:pt x="4399884" y="2230042"/>
                  <a:pt x="4450684" y="2230042"/>
                </a:cubicBezTo>
                <a:cubicBezTo>
                  <a:pt x="4503072" y="2230042"/>
                  <a:pt x="4546629" y="2222600"/>
                  <a:pt x="4581356" y="2207718"/>
                </a:cubicBezTo>
                <a:cubicBezTo>
                  <a:pt x="4616082" y="2192835"/>
                  <a:pt x="4644756" y="2170510"/>
                  <a:pt x="4667378" y="2140745"/>
                </a:cubicBezTo>
                <a:cubicBezTo>
                  <a:pt x="4690000" y="2110979"/>
                  <a:pt x="4704387" y="2083000"/>
                  <a:pt x="4710538" y="2056806"/>
                </a:cubicBezTo>
                <a:cubicBezTo>
                  <a:pt x="4716690" y="2030612"/>
                  <a:pt x="4719766" y="1993107"/>
                  <a:pt x="4719766" y="1944292"/>
                </a:cubicBezTo>
                <a:lnTo>
                  <a:pt x="4719766" y="1885951"/>
                </a:lnTo>
                <a:lnTo>
                  <a:pt x="4491761" y="1885951"/>
                </a:lnTo>
                <a:lnTo>
                  <a:pt x="4491761" y="1990131"/>
                </a:lnTo>
                <a:cubicBezTo>
                  <a:pt x="4491761" y="2029422"/>
                  <a:pt x="4488685" y="2055913"/>
                  <a:pt x="4482534" y="2069605"/>
                </a:cubicBezTo>
                <a:cubicBezTo>
                  <a:pt x="4476382" y="2083297"/>
                  <a:pt x="4464178" y="2090143"/>
                  <a:pt x="4445922" y="2090143"/>
                </a:cubicBezTo>
                <a:cubicBezTo>
                  <a:pt x="4431238" y="2090143"/>
                  <a:pt x="4421316" y="2084984"/>
                  <a:pt x="4416156" y="2074665"/>
                </a:cubicBezTo>
                <a:cubicBezTo>
                  <a:pt x="4410997" y="2064347"/>
                  <a:pt x="4408417" y="2041328"/>
                  <a:pt x="4408417" y="2005609"/>
                </a:cubicBezTo>
                <a:lnTo>
                  <a:pt x="4408417" y="1834754"/>
                </a:lnTo>
                <a:lnTo>
                  <a:pt x="4719766" y="1834754"/>
                </a:lnTo>
                <a:lnTo>
                  <a:pt x="4719766" y="1729979"/>
                </a:lnTo>
                <a:cubicBezTo>
                  <a:pt x="4719766" y="1653382"/>
                  <a:pt x="4710935" y="1593950"/>
                  <a:pt x="4693274" y="1551683"/>
                </a:cubicBezTo>
                <a:cubicBezTo>
                  <a:pt x="4675613" y="1509416"/>
                  <a:pt x="4644855" y="1475483"/>
                  <a:pt x="4601001" y="1449885"/>
                </a:cubicBezTo>
                <a:cubicBezTo>
                  <a:pt x="4557146" y="1424286"/>
                  <a:pt x="4501485" y="1411487"/>
                  <a:pt x="4434016" y="1411487"/>
                </a:cubicBezTo>
                <a:close/>
                <a:moveTo>
                  <a:pt x="3928595" y="1411487"/>
                </a:moveTo>
                <a:cubicBezTo>
                  <a:pt x="3895655" y="1411487"/>
                  <a:pt x="3866584" y="1418743"/>
                  <a:pt x="3841382" y="1433253"/>
                </a:cubicBezTo>
                <a:cubicBezTo>
                  <a:pt x="3816180" y="1447764"/>
                  <a:pt x="3794849" y="1469530"/>
                  <a:pt x="3777386" y="1498551"/>
                </a:cubicBezTo>
                <a:lnTo>
                  <a:pt x="3781553" y="1425774"/>
                </a:lnTo>
                <a:lnTo>
                  <a:pt x="3536880" y="1425774"/>
                </a:lnTo>
                <a:lnTo>
                  <a:pt x="3536880" y="2215754"/>
                </a:lnTo>
                <a:lnTo>
                  <a:pt x="3777386" y="2215754"/>
                </a:lnTo>
                <a:lnTo>
                  <a:pt x="3777386" y="1681759"/>
                </a:lnTo>
                <a:cubicBezTo>
                  <a:pt x="3777386" y="1622228"/>
                  <a:pt x="3779569" y="1585616"/>
                  <a:pt x="3783934" y="1571924"/>
                </a:cubicBezTo>
                <a:cubicBezTo>
                  <a:pt x="3788300" y="1558232"/>
                  <a:pt x="3799016" y="1551386"/>
                  <a:pt x="3816081" y="1551386"/>
                </a:cubicBezTo>
                <a:cubicBezTo>
                  <a:pt x="3832353" y="1551386"/>
                  <a:pt x="3842275" y="1557339"/>
                  <a:pt x="3845847" y="1569245"/>
                </a:cubicBezTo>
                <a:cubicBezTo>
                  <a:pt x="3849419" y="1581151"/>
                  <a:pt x="3851205" y="1614290"/>
                  <a:pt x="3851205" y="1668662"/>
                </a:cubicBezTo>
                <a:lnTo>
                  <a:pt x="3851205" y="2215754"/>
                </a:lnTo>
                <a:lnTo>
                  <a:pt x="4091711" y="2215754"/>
                </a:lnTo>
                <a:lnTo>
                  <a:pt x="4091711" y="1662114"/>
                </a:lnTo>
                <a:cubicBezTo>
                  <a:pt x="4091711" y="1593057"/>
                  <a:pt x="4087941" y="1543746"/>
                  <a:pt x="4080400" y="1514178"/>
                </a:cubicBezTo>
                <a:cubicBezTo>
                  <a:pt x="4072859" y="1484611"/>
                  <a:pt x="4055992" y="1460104"/>
                  <a:pt x="4029798" y="1440657"/>
                </a:cubicBezTo>
                <a:cubicBezTo>
                  <a:pt x="4003605" y="1421210"/>
                  <a:pt x="3969870" y="1411487"/>
                  <a:pt x="3928595" y="1411487"/>
                </a:cubicBezTo>
                <a:close/>
                <a:moveTo>
                  <a:pt x="2862986" y="1411487"/>
                </a:moveTo>
                <a:cubicBezTo>
                  <a:pt x="2810202" y="1411487"/>
                  <a:pt x="2763866" y="1419623"/>
                  <a:pt x="2723980" y="1435895"/>
                </a:cubicBezTo>
                <a:cubicBezTo>
                  <a:pt x="2684095" y="1452167"/>
                  <a:pt x="2655817" y="1475285"/>
                  <a:pt x="2639148" y="1505249"/>
                </a:cubicBezTo>
                <a:cubicBezTo>
                  <a:pt x="2622480" y="1535213"/>
                  <a:pt x="2614145" y="1581746"/>
                  <a:pt x="2614145" y="1644849"/>
                </a:cubicBezTo>
                <a:cubicBezTo>
                  <a:pt x="2614145" y="1689300"/>
                  <a:pt x="2621884" y="1727697"/>
                  <a:pt x="2637362" y="1760043"/>
                </a:cubicBezTo>
                <a:cubicBezTo>
                  <a:pt x="2652841" y="1792388"/>
                  <a:pt x="2695902" y="1828404"/>
                  <a:pt x="2766545" y="1868092"/>
                </a:cubicBezTo>
                <a:cubicBezTo>
                  <a:pt x="2850683" y="1914923"/>
                  <a:pt x="2897316" y="1943101"/>
                  <a:pt x="2906444" y="1952626"/>
                </a:cubicBezTo>
                <a:cubicBezTo>
                  <a:pt x="2915175" y="1962151"/>
                  <a:pt x="2919541" y="1985765"/>
                  <a:pt x="2919541" y="2023468"/>
                </a:cubicBezTo>
                <a:cubicBezTo>
                  <a:pt x="2919541" y="2050853"/>
                  <a:pt x="2916167" y="2068811"/>
                  <a:pt x="2909420" y="2077344"/>
                </a:cubicBezTo>
                <a:cubicBezTo>
                  <a:pt x="2902673" y="2085877"/>
                  <a:pt x="2890767" y="2090143"/>
                  <a:pt x="2873702" y="2090143"/>
                </a:cubicBezTo>
                <a:cubicBezTo>
                  <a:pt x="2857827" y="2090143"/>
                  <a:pt x="2847210" y="2083793"/>
                  <a:pt x="2841852" y="2071093"/>
                </a:cubicBezTo>
                <a:cubicBezTo>
                  <a:pt x="2836495" y="2058393"/>
                  <a:pt x="2833816" y="2030811"/>
                  <a:pt x="2833816" y="1988345"/>
                </a:cubicBezTo>
                <a:lnTo>
                  <a:pt x="2833816" y="1938339"/>
                </a:lnTo>
                <a:lnTo>
                  <a:pt x="2620694" y="1938339"/>
                </a:lnTo>
                <a:lnTo>
                  <a:pt x="2620694" y="1976439"/>
                </a:lnTo>
                <a:cubicBezTo>
                  <a:pt x="2620694" y="2042320"/>
                  <a:pt x="2628830" y="2091532"/>
                  <a:pt x="2645102" y="2124076"/>
                </a:cubicBezTo>
                <a:cubicBezTo>
                  <a:pt x="2661373" y="2156620"/>
                  <a:pt x="2691238" y="2182417"/>
                  <a:pt x="2734696" y="2201467"/>
                </a:cubicBezTo>
                <a:cubicBezTo>
                  <a:pt x="2778154" y="2220517"/>
                  <a:pt x="2830442" y="2230042"/>
                  <a:pt x="2891561" y="2230042"/>
                </a:cubicBezTo>
                <a:cubicBezTo>
                  <a:pt x="2946726" y="2230042"/>
                  <a:pt x="2993856" y="2221211"/>
                  <a:pt x="3032948" y="2203550"/>
                </a:cubicBezTo>
                <a:cubicBezTo>
                  <a:pt x="3072040" y="2185889"/>
                  <a:pt x="3099920" y="2160688"/>
                  <a:pt x="3116589" y="2127946"/>
                </a:cubicBezTo>
                <a:cubicBezTo>
                  <a:pt x="3133258" y="2095203"/>
                  <a:pt x="3141592" y="2046685"/>
                  <a:pt x="3141592" y="1982392"/>
                </a:cubicBezTo>
                <a:cubicBezTo>
                  <a:pt x="3141592" y="1924845"/>
                  <a:pt x="3130678" y="1880990"/>
                  <a:pt x="3108850" y="1850828"/>
                </a:cubicBezTo>
                <a:cubicBezTo>
                  <a:pt x="3087022" y="1820665"/>
                  <a:pt x="3041183" y="1788518"/>
                  <a:pt x="2971333" y="1754387"/>
                </a:cubicBezTo>
                <a:cubicBezTo>
                  <a:pt x="2918945" y="1728590"/>
                  <a:pt x="2884318" y="1708945"/>
                  <a:pt x="2867451" y="1695451"/>
                </a:cubicBezTo>
                <a:cubicBezTo>
                  <a:pt x="2850584" y="1681957"/>
                  <a:pt x="2840463" y="1669555"/>
                  <a:pt x="2837090" y="1658244"/>
                </a:cubicBezTo>
                <a:cubicBezTo>
                  <a:pt x="2833716" y="1646933"/>
                  <a:pt x="2832030" y="1629173"/>
                  <a:pt x="2832030" y="1604964"/>
                </a:cubicBezTo>
                <a:cubicBezTo>
                  <a:pt x="2832030" y="1587104"/>
                  <a:pt x="2835403" y="1573710"/>
                  <a:pt x="2842150" y="1564780"/>
                </a:cubicBezTo>
                <a:cubicBezTo>
                  <a:pt x="2848897" y="1555850"/>
                  <a:pt x="2859017" y="1551386"/>
                  <a:pt x="2872511" y="1551386"/>
                </a:cubicBezTo>
                <a:cubicBezTo>
                  <a:pt x="2889180" y="1551386"/>
                  <a:pt x="2899598" y="1556247"/>
                  <a:pt x="2903765" y="1565971"/>
                </a:cubicBezTo>
                <a:cubicBezTo>
                  <a:pt x="2907932" y="1575694"/>
                  <a:pt x="2910016" y="1598812"/>
                  <a:pt x="2910016" y="1635325"/>
                </a:cubicBezTo>
                <a:lnTo>
                  <a:pt x="2910016" y="1678187"/>
                </a:lnTo>
                <a:lnTo>
                  <a:pt x="3123137" y="1678187"/>
                </a:lnTo>
                <a:lnTo>
                  <a:pt x="3123137" y="1632348"/>
                </a:lnTo>
                <a:cubicBezTo>
                  <a:pt x="3123137" y="1592660"/>
                  <a:pt x="3121054" y="1563490"/>
                  <a:pt x="3116887" y="1544837"/>
                </a:cubicBezTo>
                <a:cubicBezTo>
                  <a:pt x="3112720" y="1526184"/>
                  <a:pt x="3100813" y="1505943"/>
                  <a:pt x="3081168" y="1484115"/>
                </a:cubicBezTo>
                <a:cubicBezTo>
                  <a:pt x="3061523" y="1462287"/>
                  <a:pt x="3033344" y="1444725"/>
                  <a:pt x="2996634" y="1431430"/>
                </a:cubicBezTo>
                <a:cubicBezTo>
                  <a:pt x="2959923" y="1418135"/>
                  <a:pt x="2915373" y="1411487"/>
                  <a:pt x="2862986" y="1411487"/>
                </a:cubicBezTo>
                <a:close/>
                <a:moveTo>
                  <a:pt x="3203505" y="1251943"/>
                </a:moveTo>
                <a:lnTo>
                  <a:pt x="3203505" y="1377554"/>
                </a:lnTo>
                <a:lnTo>
                  <a:pt x="3451155" y="1377554"/>
                </a:lnTo>
                <a:lnTo>
                  <a:pt x="3451155" y="1251943"/>
                </a:lnTo>
                <a:close/>
                <a:moveTo>
                  <a:pt x="1324698" y="1251943"/>
                </a:moveTo>
                <a:lnTo>
                  <a:pt x="1324698" y="2215754"/>
                </a:lnTo>
                <a:lnTo>
                  <a:pt x="1614616" y="2215754"/>
                </a:lnTo>
                <a:cubicBezTo>
                  <a:pt x="1715422" y="2215754"/>
                  <a:pt x="1782097" y="2209996"/>
                  <a:pt x="1814641" y="2198481"/>
                </a:cubicBezTo>
                <a:cubicBezTo>
                  <a:pt x="1847185" y="2186965"/>
                  <a:pt x="1870898" y="2165522"/>
                  <a:pt x="1885781" y="2134150"/>
                </a:cubicBezTo>
                <a:cubicBezTo>
                  <a:pt x="1900663" y="2102778"/>
                  <a:pt x="1908105" y="2054530"/>
                  <a:pt x="1908105" y="1989405"/>
                </a:cubicBezTo>
                <a:lnTo>
                  <a:pt x="1908105" y="1900062"/>
                </a:lnTo>
                <a:cubicBezTo>
                  <a:pt x="1908105" y="1837318"/>
                  <a:pt x="1897786" y="1790757"/>
                  <a:pt x="1877149" y="1760378"/>
                </a:cubicBezTo>
                <a:cubicBezTo>
                  <a:pt x="1856511" y="1729998"/>
                  <a:pt x="1817220" y="1708257"/>
                  <a:pt x="1759277" y="1695153"/>
                </a:cubicBezTo>
                <a:cubicBezTo>
                  <a:pt x="1811267" y="1683253"/>
                  <a:pt x="1846093" y="1666198"/>
                  <a:pt x="1863754" y="1643989"/>
                </a:cubicBezTo>
                <a:cubicBezTo>
                  <a:pt x="1881415" y="1621780"/>
                  <a:pt x="1890246" y="1582515"/>
                  <a:pt x="1890246" y="1526196"/>
                </a:cubicBezTo>
                <a:cubicBezTo>
                  <a:pt x="1890246" y="1442908"/>
                  <a:pt x="1877744" y="1382525"/>
                  <a:pt x="1852741" y="1345045"/>
                </a:cubicBezTo>
                <a:cubicBezTo>
                  <a:pt x="1827738" y="1307565"/>
                  <a:pt x="1794896" y="1282678"/>
                  <a:pt x="1754216" y="1270384"/>
                </a:cubicBezTo>
                <a:cubicBezTo>
                  <a:pt x="1713537" y="1258090"/>
                  <a:pt x="1653708" y="1251943"/>
                  <a:pt x="1574730" y="1251943"/>
                </a:cubicBezTo>
                <a:close/>
                <a:moveTo>
                  <a:pt x="0" y="0"/>
                </a:moveTo>
                <a:lnTo>
                  <a:pt x="6096001" y="0"/>
                </a:lnTo>
                <a:lnTo>
                  <a:pt x="6096001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5C2663-F139-E313-2DB3-89050A2D6F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694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76AE45-76A7-1FCF-0540-65B524403A5F}"/>
              </a:ext>
            </a:extLst>
          </p:cNvPr>
          <p:cNvSpPr txBox="1"/>
          <p:nvPr/>
        </p:nvSpPr>
        <p:spPr>
          <a:xfrm>
            <a:off x="1991360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</p:spTree>
    <p:extLst>
      <p:ext uri="{BB962C8B-B14F-4D97-AF65-F5344CB8AC3E}">
        <p14:creationId xmlns:p14="http://schemas.microsoft.com/office/powerpoint/2010/main" val="2775668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B6724-86B5-3E9E-4263-992EC47C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881D607-122A-32D1-F44D-B947C62EA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37"/>
          <a:stretch>
            <a:fillRect/>
          </a:stretch>
        </p:blipFill>
        <p:spPr>
          <a:xfrm>
            <a:off x="12496800" y="1"/>
            <a:ext cx="12192000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3C270B-3A5F-06FE-E96D-113D6BF88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7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EA9BE2-1DD5-D52D-3CB3-47BE1BB338CB}"/>
              </a:ext>
            </a:extLst>
          </p:cNvPr>
          <p:cNvSpPr txBox="1"/>
          <p:nvPr/>
        </p:nvSpPr>
        <p:spPr>
          <a:xfrm>
            <a:off x="308957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7FDAE6-89AC-DF3F-8549-4859AE46A008}"/>
              </a:ext>
            </a:extLst>
          </p:cNvPr>
          <p:cNvSpPr txBox="1"/>
          <p:nvPr/>
        </p:nvSpPr>
        <p:spPr>
          <a:xfrm>
            <a:off x="1620344" y="-52322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Problem Statement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1187B25-6311-78C4-78C1-9A8262CE3DCD}"/>
              </a:ext>
            </a:extLst>
          </p:cNvPr>
          <p:cNvGrpSpPr/>
          <p:nvPr/>
        </p:nvGrpSpPr>
        <p:grpSpPr>
          <a:xfrm>
            <a:off x="12496800" y="1122044"/>
            <a:ext cx="9250680" cy="1200329"/>
            <a:chOff x="1676400" y="1029028"/>
            <a:chExt cx="9250680" cy="1200329"/>
          </a:xfrm>
        </p:grpSpPr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A7A5D803-605C-BFF3-E175-F6CF31197B89}"/>
                </a:ext>
              </a:extLst>
            </p:cNvPr>
            <p:cNvSpPr/>
            <p:nvPr/>
          </p:nvSpPr>
          <p:spPr>
            <a:xfrm flipV="1">
              <a:off x="1676400" y="1082040"/>
              <a:ext cx="9250680" cy="111252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693D391-D7C8-5B04-2F7C-22842EC5ED7B}"/>
                </a:ext>
              </a:extLst>
            </p:cNvPr>
            <p:cNvSpPr txBox="1"/>
            <p:nvPr/>
          </p:nvSpPr>
          <p:spPr>
            <a:xfrm>
              <a:off x="2019300" y="1029028"/>
              <a:ext cx="856488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Business decisions were primarily based on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limited surveys and intuition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leading to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significant financial losses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despite market expansion efforts in Latin America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E63EA68-4E99-755D-6454-8F2629F595EB}"/>
              </a:ext>
            </a:extLst>
          </p:cNvPr>
          <p:cNvGrpSpPr/>
          <p:nvPr/>
        </p:nvGrpSpPr>
        <p:grpSpPr>
          <a:xfrm>
            <a:off x="12496800" y="2811778"/>
            <a:ext cx="9250680" cy="1112520"/>
            <a:chOff x="1676400" y="1082040"/>
            <a:chExt cx="9250680" cy="1112520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16AC9EE5-B28A-132A-1303-9803511A4661}"/>
                </a:ext>
              </a:extLst>
            </p:cNvPr>
            <p:cNvSpPr/>
            <p:nvPr/>
          </p:nvSpPr>
          <p:spPr>
            <a:xfrm flipV="1">
              <a:off x="1676400" y="1082040"/>
              <a:ext cx="9250680" cy="111252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80FAEA5-CAEC-C4F7-CEA7-1FF64617768D}"/>
                </a:ext>
              </a:extLst>
            </p:cNvPr>
            <p:cNvSpPr txBox="1"/>
            <p:nvPr/>
          </p:nvSpPr>
          <p:spPr>
            <a:xfrm>
              <a:off x="2019300" y="1222801"/>
              <a:ext cx="85648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company has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scaled beyond Excel-based analysis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causing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silos, limited transparency, and slower decision-making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E96E19-6E2E-6C41-16A7-2366A9693DDB}"/>
              </a:ext>
            </a:extLst>
          </p:cNvPr>
          <p:cNvGrpSpPr/>
          <p:nvPr/>
        </p:nvGrpSpPr>
        <p:grpSpPr>
          <a:xfrm>
            <a:off x="12496800" y="4482615"/>
            <a:ext cx="9250680" cy="1200329"/>
            <a:chOff x="1676400" y="1053619"/>
            <a:chExt cx="9250680" cy="1200329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7120D5AC-098E-1699-5452-92E407FEBB7F}"/>
                </a:ext>
              </a:extLst>
            </p:cNvPr>
            <p:cNvSpPr/>
            <p:nvPr/>
          </p:nvSpPr>
          <p:spPr>
            <a:xfrm flipV="1">
              <a:off x="1676400" y="1082040"/>
              <a:ext cx="9250680" cy="111252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7B743A-B003-5596-EE87-7684E00DFBBF}"/>
                </a:ext>
              </a:extLst>
            </p:cNvPr>
            <p:cNvSpPr txBox="1"/>
            <p:nvPr/>
          </p:nvSpPr>
          <p:spPr>
            <a:xfrm>
              <a:off x="2019300" y="1053619"/>
              <a:ext cx="856488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Strong competition from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data-mature competitors (e.g., Dell)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with advanced analytics capabilities is impacting market position and growth.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1588A79-B98F-8444-9DEA-FCC6467F06FA}"/>
              </a:ext>
            </a:extLst>
          </p:cNvPr>
          <p:cNvSpPr/>
          <p:nvPr/>
        </p:nvSpPr>
        <p:spPr>
          <a:xfrm>
            <a:off x="-6483180" y="1"/>
            <a:ext cx="6096001" cy="6857999"/>
          </a:xfrm>
          <a:custGeom>
            <a:avLst/>
            <a:gdLst/>
            <a:ahLst/>
            <a:cxnLst/>
            <a:rect l="l" t="t" r="r" b="b"/>
            <a:pathLst>
              <a:path w="6096001" h="6857999">
                <a:moveTo>
                  <a:pt x="4911456" y="4643438"/>
                </a:moveTo>
                <a:cubicBezTo>
                  <a:pt x="4928522" y="4643438"/>
                  <a:pt x="4940825" y="4649789"/>
                  <a:pt x="4948365" y="4662488"/>
                </a:cubicBezTo>
                <a:cubicBezTo>
                  <a:pt x="4955906" y="4675188"/>
                  <a:pt x="4959676" y="4698604"/>
                  <a:pt x="4959676" y="4732735"/>
                </a:cubicBezTo>
                <a:lnTo>
                  <a:pt x="4959676" y="4913115"/>
                </a:lnTo>
                <a:cubicBezTo>
                  <a:pt x="4959676" y="4957565"/>
                  <a:pt x="4954120" y="4984850"/>
                  <a:pt x="4943008" y="4994970"/>
                </a:cubicBezTo>
                <a:cubicBezTo>
                  <a:pt x="4931896" y="5005091"/>
                  <a:pt x="4921180" y="5010151"/>
                  <a:pt x="4910861" y="5010151"/>
                </a:cubicBezTo>
                <a:cubicBezTo>
                  <a:pt x="4893796" y="5010151"/>
                  <a:pt x="4881592" y="5003602"/>
                  <a:pt x="4874249" y="4990506"/>
                </a:cubicBezTo>
                <a:cubicBezTo>
                  <a:pt x="4866907" y="4977409"/>
                  <a:pt x="4863236" y="4949628"/>
                  <a:pt x="4863236" y="4907162"/>
                </a:cubicBezTo>
                <a:lnTo>
                  <a:pt x="4863236" y="4732735"/>
                </a:lnTo>
                <a:cubicBezTo>
                  <a:pt x="4863236" y="4697414"/>
                  <a:pt x="4867106" y="4673700"/>
                  <a:pt x="4874845" y="4661595"/>
                </a:cubicBezTo>
                <a:cubicBezTo>
                  <a:pt x="4882584" y="4649491"/>
                  <a:pt x="4894788" y="4643438"/>
                  <a:pt x="4911456" y="4643438"/>
                </a:cubicBezTo>
                <a:close/>
                <a:moveTo>
                  <a:pt x="5564514" y="4305896"/>
                </a:moveTo>
                <a:cubicBezTo>
                  <a:pt x="5582770" y="4305896"/>
                  <a:pt x="5594379" y="4312346"/>
                  <a:pt x="5599340" y="4325244"/>
                </a:cubicBezTo>
                <a:cubicBezTo>
                  <a:pt x="5604301" y="4338142"/>
                  <a:pt x="5606781" y="4370190"/>
                  <a:pt x="5606781" y="4421387"/>
                </a:cubicBezTo>
                <a:lnTo>
                  <a:pt x="5606781" y="4898827"/>
                </a:lnTo>
                <a:cubicBezTo>
                  <a:pt x="5606781" y="4946056"/>
                  <a:pt x="5604003" y="4976417"/>
                  <a:pt x="5598447" y="4989910"/>
                </a:cubicBezTo>
                <a:cubicBezTo>
                  <a:pt x="5592891" y="5003404"/>
                  <a:pt x="5581183" y="5010151"/>
                  <a:pt x="5563323" y="5010151"/>
                </a:cubicBezTo>
                <a:cubicBezTo>
                  <a:pt x="5545464" y="5010151"/>
                  <a:pt x="5533855" y="5004396"/>
                  <a:pt x="5528497" y="4992887"/>
                </a:cubicBezTo>
                <a:cubicBezTo>
                  <a:pt x="5523140" y="4981378"/>
                  <a:pt x="5520461" y="4947643"/>
                  <a:pt x="5520461" y="4891684"/>
                </a:cubicBezTo>
                <a:lnTo>
                  <a:pt x="5520461" y="4421387"/>
                </a:lnTo>
                <a:cubicBezTo>
                  <a:pt x="5520461" y="4371778"/>
                  <a:pt x="5523338" y="4340127"/>
                  <a:pt x="5529093" y="4326434"/>
                </a:cubicBezTo>
                <a:cubicBezTo>
                  <a:pt x="5534848" y="4312742"/>
                  <a:pt x="5546655" y="4305896"/>
                  <a:pt x="5564514" y="4305896"/>
                </a:cubicBezTo>
                <a:close/>
                <a:moveTo>
                  <a:pt x="5559156" y="4157663"/>
                </a:moveTo>
                <a:cubicBezTo>
                  <a:pt x="5494466" y="4157663"/>
                  <a:pt x="5439399" y="4170959"/>
                  <a:pt x="5393957" y="4197549"/>
                </a:cubicBezTo>
                <a:cubicBezTo>
                  <a:pt x="5348515" y="4224140"/>
                  <a:pt x="5318154" y="4259462"/>
                  <a:pt x="5302874" y="4303515"/>
                </a:cubicBezTo>
                <a:cubicBezTo>
                  <a:pt x="5287595" y="4347568"/>
                  <a:pt x="5279955" y="4413846"/>
                  <a:pt x="5279955" y="4502349"/>
                </a:cubicBezTo>
                <a:lnTo>
                  <a:pt x="5279955" y="4838701"/>
                </a:lnTo>
                <a:cubicBezTo>
                  <a:pt x="5279955" y="4906567"/>
                  <a:pt x="5284717" y="4956077"/>
                  <a:pt x="5294242" y="4987231"/>
                </a:cubicBezTo>
                <a:cubicBezTo>
                  <a:pt x="5303767" y="5018386"/>
                  <a:pt x="5319840" y="5048053"/>
                  <a:pt x="5342462" y="5076231"/>
                </a:cubicBezTo>
                <a:cubicBezTo>
                  <a:pt x="5365084" y="5104409"/>
                  <a:pt x="5395445" y="5125146"/>
                  <a:pt x="5433545" y="5138441"/>
                </a:cubicBezTo>
                <a:cubicBezTo>
                  <a:pt x="5471645" y="5151736"/>
                  <a:pt x="5519469" y="5158384"/>
                  <a:pt x="5577015" y="5158384"/>
                </a:cubicBezTo>
                <a:cubicBezTo>
                  <a:pt x="5620672" y="5158384"/>
                  <a:pt x="5660161" y="5152034"/>
                  <a:pt x="5695483" y="5139334"/>
                </a:cubicBezTo>
                <a:cubicBezTo>
                  <a:pt x="5730805" y="5126634"/>
                  <a:pt x="5760967" y="5105798"/>
                  <a:pt x="5785970" y="5076826"/>
                </a:cubicBezTo>
                <a:cubicBezTo>
                  <a:pt x="5810973" y="5047854"/>
                  <a:pt x="5827444" y="5016699"/>
                  <a:pt x="5835381" y="4983362"/>
                </a:cubicBezTo>
                <a:cubicBezTo>
                  <a:pt x="5843319" y="4950024"/>
                  <a:pt x="5847287" y="4896843"/>
                  <a:pt x="5847287" y="4823818"/>
                </a:cubicBezTo>
                <a:lnTo>
                  <a:pt x="5847287" y="4502349"/>
                </a:lnTo>
                <a:cubicBezTo>
                  <a:pt x="5847287" y="4429324"/>
                  <a:pt x="5843617" y="4376143"/>
                  <a:pt x="5836274" y="4342806"/>
                </a:cubicBezTo>
                <a:cubicBezTo>
                  <a:pt x="5828932" y="4309468"/>
                  <a:pt x="5814942" y="4279504"/>
                  <a:pt x="5794305" y="4252913"/>
                </a:cubicBezTo>
                <a:cubicBezTo>
                  <a:pt x="5773667" y="4226323"/>
                  <a:pt x="5742512" y="4203800"/>
                  <a:pt x="5700840" y="4185345"/>
                </a:cubicBezTo>
                <a:cubicBezTo>
                  <a:pt x="5659169" y="4166891"/>
                  <a:pt x="5611941" y="4157663"/>
                  <a:pt x="5559156" y="4157663"/>
                </a:cubicBezTo>
                <a:close/>
                <a:moveTo>
                  <a:pt x="4913242" y="4157068"/>
                </a:moveTo>
                <a:cubicBezTo>
                  <a:pt x="4858474" y="4157068"/>
                  <a:pt x="4810154" y="4165700"/>
                  <a:pt x="4768284" y="4182964"/>
                </a:cubicBezTo>
                <a:cubicBezTo>
                  <a:pt x="4726413" y="4200228"/>
                  <a:pt x="4693373" y="4226124"/>
                  <a:pt x="4669164" y="4260652"/>
                </a:cubicBezTo>
                <a:cubicBezTo>
                  <a:pt x="4644955" y="4295181"/>
                  <a:pt x="4631163" y="4331792"/>
                  <a:pt x="4627790" y="4370488"/>
                </a:cubicBezTo>
                <a:cubicBezTo>
                  <a:pt x="4624417" y="4409183"/>
                  <a:pt x="4622730" y="4485879"/>
                  <a:pt x="4622730" y="4600576"/>
                </a:cubicBezTo>
                <a:lnTo>
                  <a:pt x="4622730" y="4733926"/>
                </a:lnTo>
                <a:cubicBezTo>
                  <a:pt x="4622730" y="4840289"/>
                  <a:pt x="4624615" y="4911924"/>
                  <a:pt x="4628385" y="4948834"/>
                </a:cubicBezTo>
                <a:cubicBezTo>
                  <a:pt x="4632156" y="4985743"/>
                  <a:pt x="4645253" y="5020966"/>
                  <a:pt x="4667676" y="5054502"/>
                </a:cubicBezTo>
                <a:cubicBezTo>
                  <a:pt x="4690099" y="5088038"/>
                  <a:pt x="4721948" y="5113735"/>
                  <a:pt x="4763224" y="5131595"/>
                </a:cubicBezTo>
                <a:cubicBezTo>
                  <a:pt x="4804499" y="5149454"/>
                  <a:pt x="4857481" y="5158384"/>
                  <a:pt x="4922172" y="5158384"/>
                </a:cubicBezTo>
                <a:cubicBezTo>
                  <a:pt x="4974163" y="5158384"/>
                  <a:pt x="5019704" y="5150645"/>
                  <a:pt x="5058796" y="5135167"/>
                </a:cubicBezTo>
                <a:cubicBezTo>
                  <a:pt x="5097888" y="5119688"/>
                  <a:pt x="5128646" y="5097959"/>
                  <a:pt x="5151069" y="5069980"/>
                </a:cubicBezTo>
                <a:cubicBezTo>
                  <a:pt x="5173493" y="5042000"/>
                  <a:pt x="5187285" y="5011540"/>
                  <a:pt x="5192444" y="4978599"/>
                </a:cubicBezTo>
                <a:cubicBezTo>
                  <a:pt x="5197603" y="4945659"/>
                  <a:pt x="5200183" y="4895454"/>
                  <a:pt x="5200183" y="4827985"/>
                </a:cubicBezTo>
                <a:lnTo>
                  <a:pt x="5200183" y="4751190"/>
                </a:lnTo>
                <a:cubicBezTo>
                  <a:pt x="5200183" y="4694437"/>
                  <a:pt x="5195619" y="4649392"/>
                  <a:pt x="5186490" y="4616054"/>
                </a:cubicBezTo>
                <a:cubicBezTo>
                  <a:pt x="5177363" y="4582717"/>
                  <a:pt x="5155931" y="4554142"/>
                  <a:pt x="5122197" y="4530329"/>
                </a:cubicBezTo>
                <a:cubicBezTo>
                  <a:pt x="5088463" y="4506517"/>
                  <a:pt x="5049569" y="4494610"/>
                  <a:pt x="5005515" y="4494610"/>
                </a:cubicBezTo>
                <a:cubicBezTo>
                  <a:pt x="4970591" y="4494610"/>
                  <a:pt x="4941222" y="4501060"/>
                  <a:pt x="4917409" y="4513958"/>
                </a:cubicBezTo>
                <a:cubicBezTo>
                  <a:pt x="4893597" y="4526857"/>
                  <a:pt x="4875539" y="4546204"/>
                  <a:pt x="4863236" y="4572001"/>
                </a:cubicBezTo>
                <a:lnTo>
                  <a:pt x="4863236" y="4418410"/>
                </a:lnTo>
                <a:cubicBezTo>
                  <a:pt x="4863236" y="4382295"/>
                  <a:pt x="4863831" y="4358284"/>
                  <a:pt x="4865022" y="4346377"/>
                </a:cubicBezTo>
                <a:cubicBezTo>
                  <a:pt x="4866213" y="4334471"/>
                  <a:pt x="4870777" y="4324748"/>
                  <a:pt x="4878714" y="4317207"/>
                </a:cubicBezTo>
                <a:cubicBezTo>
                  <a:pt x="4886652" y="4309667"/>
                  <a:pt x="4896772" y="4305896"/>
                  <a:pt x="4909075" y="4305896"/>
                </a:cubicBezTo>
                <a:cubicBezTo>
                  <a:pt x="4923759" y="4305896"/>
                  <a:pt x="4935368" y="4309865"/>
                  <a:pt x="4943901" y="4317802"/>
                </a:cubicBezTo>
                <a:cubicBezTo>
                  <a:pt x="4952434" y="4325740"/>
                  <a:pt x="4957196" y="4335563"/>
                  <a:pt x="4958188" y="4347270"/>
                </a:cubicBezTo>
                <a:cubicBezTo>
                  <a:pt x="4959180" y="4358978"/>
                  <a:pt x="4959676" y="4387256"/>
                  <a:pt x="4959676" y="4432102"/>
                </a:cubicBezTo>
                <a:lnTo>
                  <a:pt x="5200183" y="4432102"/>
                </a:lnTo>
                <a:cubicBezTo>
                  <a:pt x="5200183" y="4371778"/>
                  <a:pt x="5190856" y="4321771"/>
                  <a:pt x="5172203" y="4282084"/>
                </a:cubicBezTo>
                <a:cubicBezTo>
                  <a:pt x="5153550" y="4242396"/>
                  <a:pt x="5122594" y="4211639"/>
                  <a:pt x="5079334" y="4189810"/>
                </a:cubicBezTo>
                <a:cubicBezTo>
                  <a:pt x="5036075" y="4167982"/>
                  <a:pt x="4980711" y="4157068"/>
                  <a:pt x="4913242" y="4157068"/>
                </a:cubicBezTo>
                <a:close/>
                <a:moveTo>
                  <a:pt x="4231609" y="4157068"/>
                </a:moveTo>
                <a:cubicBezTo>
                  <a:pt x="4139931" y="4157068"/>
                  <a:pt x="4073058" y="4173241"/>
                  <a:pt x="4030989" y="4205586"/>
                </a:cubicBezTo>
                <a:cubicBezTo>
                  <a:pt x="3988920" y="4237931"/>
                  <a:pt x="3967886" y="4300142"/>
                  <a:pt x="3967886" y="4392217"/>
                </a:cubicBezTo>
                <a:lnTo>
                  <a:pt x="3967886" y="4474370"/>
                </a:lnTo>
                <a:lnTo>
                  <a:pt x="4208392" y="4474370"/>
                </a:lnTo>
                <a:lnTo>
                  <a:pt x="4208392" y="4395193"/>
                </a:lnTo>
                <a:cubicBezTo>
                  <a:pt x="4208392" y="4358284"/>
                  <a:pt x="4211468" y="4334174"/>
                  <a:pt x="4217620" y="4322863"/>
                </a:cubicBezTo>
                <a:cubicBezTo>
                  <a:pt x="4223771" y="4311552"/>
                  <a:pt x="4235181" y="4305896"/>
                  <a:pt x="4251850" y="4305896"/>
                </a:cubicBezTo>
                <a:cubicBezTo>
                  <a:pt x="4266534" y="4305896"/>
                  <a:pt x="4277349" y="4311254"/>
                  <a:pt x="4284295" y="4321970"/>
                </a:cubicBezTo>
                <a:cubicBezTo>
                  <a:pt x="4291240" y="4332685"/>
                  <a:pt x="4294713" y="4354910"/>
                  <a:pt x="4294713" y="4388645"/>
                </a:cubicBezTo>
                <a:lnTo>
                  <a:pt x="4294713" y="4442223"/>
                </a:lnTo>
                <a:cubicBezTo>
                  <a:pt x="4294713" y="4473576"/>
                  <a:pt x="4291736" y="4496595"/>
                  <a:pt x="4285783" y="4511279"/>
                </a:cubicBezTo>
                <a:cubicBezTo>
                  <a:pt x="4279830" y="4525964"/>
                  <a:pt x="4270106" y="4535489"/>
                  <a:pt x="4256612" y="4539854"/>
                </a:cubicBezTo>
                <a:cubicBezTo>
                  <a:pt x="4243119" y="4544220"/>
                  <a:pt x="4207797" y="4546402"/>
                  <a:pt x="4150647" y="4546402"/>
                </a:cubicBezTo>
                <a:lnTo>
                  <a:pt x="4150647" y="4686301"/>
                </a:lnTo>
                <a:cubicBezTo>
                  <a:pt x="4197478" y="4687095"/>
                  <a:pt x="4229030" y="4690170"/>
                  <a:pt x="4245302" y="4695528"/>
                </a:cubicBezTo>
                <a:cubicBezTo>
                  <a:pt x="4261573" y="4700886"/>
                  <a:pt x="4273877" y="4712098"/>
                  <a:pt x="4282211" y="4729163"/>
                </a:cubicBezTo>
                <a:cubicBezTo>
                  <a:pt x="4290545" y="4746229"/>
                  <a:pt x="4294713" y="4773217"/>
                  <a:pt x="4294713" y="4810126"/>
                </a:cubicBezTo>
                <a:lnTo>
                  <a:pt x="4294713" y="4876801"/>
                </a:lnTo>
                <a:cubicBezTo>
                  <a:pt x="4294713" y="4937126"/>
                  <a:pt x="4291736" y="4974432"/>
                  <a:pt x="4285783" y="4988720"/>
                </a:cubicBezTo>
                <a:cubicBezTo>
                  <a:pt x="4279830" y="5003007"/>
                  <a:pt x="4267527" y="5010151"/>
                  <a:pt x="4248873" y="5010151"/>
                </a:cubicBezTo>
                <a:cubicBezTo>
                  <a:pt x="4231808" y="5010151"/>
                  <a:pt x="4220795" y="5004495"/>
                  <a:pt x="4215834" y="4993184"/>
                </a:cubicBezTo>
                <a:cubicBezTo>
                  <a:pt x="4210873" y="4981874"/>
                  <a:pt x="4208392" y="4955382"/>
                  <a:pt x="4208392" y="4913710"/>
                </a:cubicBezTo>
                <a:lnTo>
                  <a:pt x="4208392" y="4757143"/>
                </a:lnTo>
                <a:lnTo>
                  <a:pt x="3967886" y="4757143"/>
                </a:lnTo>
                <a:lnTo>
                  <a:pt x="3967886" y="4833343"/>
                </a:lnTo>
                <a:cubicBezTo>
                  <a:pt x="3967886" y="4925021"/>
                  <a:pt x="3974732" y="4989414"/>
                  <a:pt x="3988424" y="5026522"/>
                </a:cubicBezTo>
                <a:cubicBezTo>
                  <a:pt x="4002116" y="5063630"/>
                  <a:pt x="4030691" y="5094983"/>
                  <a:pt x="4074149" y="5120581"/>
                </a:cubicBezTo>
                <a:cubicBezTo>
                  <a:pt x="4117607" y="5146180"/>
                  <a:pt x="4177436" y="5158979"/>
                  <a:pt x="4253636" y="5158979"/>
                </a:cubicBezTo>
                <a:cubicBezTo>
                  <a:pt x="4320708" y="5158979"/>
                  <a:pt x="4375675" y="5147960"/>
                  <a:pt x="4418538" y="5125921"/>
                </a:cubicBezTo>
                <a:cubicBezTo>
                  <a:pt x="4461400" y="5103882"/>
                  <a:pt x="4491563" y="5071718"/>
                  <a:pt x="4509025" y="5029429"/>
                </a:cubicBezTo>
                <a:cubicBezTo>
                  <a:pt x="4526488" y="4987140"/>
                  <a:pt x="4535219" y="4927679"/>
                  <a:pt x="4535219" y="4851044"/>
                </a:cubicBezTo>
                <a:cubicBezTo>
                  <a:pt x="4535219" y="4747801"/>
                  <a:pt x="4526289" y="4682182"/>
                  <a:pt x="4508430" y="4654187"/>
                </a:cubicBezTo>
                <a:cubicBezTo>
                  <a:pt x="4490570" y="4626191"/>
                  <a:pt x="4463385" y="4606039"/>
                  <a:pt x="4426872" y="4593730"/>
                </a:cubicBezTo>
                <a:cubicBezTo>
                  <a:pt x="4463781" y="4573898"/>
                  <a:pt x="4489578" y="4551985"/>
                  <a:pt x="4504263" y="4527990"/>
                </a:cubicBezTo>
                <a:cubicBezTo>
                  <a:pt x="4518947" y="4503994"/>
                  <a:pt x="4526289" y="4465028"/>
                  <a:pt x="4526289" y="4411090"/>
                </a:cubicBezTo>
                <a:cubicBezTo>
                  <a:pt x="4526289" y="4331374"/>
                  <a:pt x="4505850" y="4269108"/>
                  <a:pt x="4464972" y="4224292"/>
                </a:cubicBezTo>
                <a:cubicBezTo>
                  <a:pt x="4424094" y="4179476"/>
                  <a:pt x="4346306" y="4157068"/>
                  <a:pt x="4231609" y="4157068"/>
                </a:cubicBezTo>
                <a:close/>
                <a:moveTo>
                  <a:pt x="4570342" y="3018236"/>
                </a:moveTo>
                <a:cubicBezTo>
                  <a:pt x="4584630" y="3018236"/>
                  <a:pt x="4593857" y="3023196"/>
                  <a:pt x="4598024" y="3033118"/>
                </a:cubicBezTo>
                <a:cubicBezTo>
                  <a:pt x="4602192" y="3043040"/>
                  <a:pt x="4604275" y="3066059"/>
                  <a:pt x="4604275" y="3102175"/>
                </a:cubicBezTo>
                <a:lnTo>
                  <a:pt x="4604275" y="3346848"/>
                </a:lnTo>
                <a:cubicBezTo>
                  <a:pt x="4604275" y="3391695"/>
                  <a:pt x="4601894" y="3420469"/>
                  <a:pt x="4597131" y="3433168"/>
                </a:cubicBezTo>
                <a:cubicBezTo>
                  <a:pt x="4592369" y="3445868"/>
                  <a:pt x="4582050" y="3452218"/>
                  <a:pt x="4566175" y="3452218"/>
                </a:cubicBezTo>
                <a:cubicBezTo>
                  <a:pt x="4552284" y="3452218"/>
                  <a:pt x="4543156" y="3446960"/>
                  <a:pt x="4538791" y="3436442"/>
                </a:cubicBezTo>
                <a:cubicBezTo>
                  <a:pt x="4534425" y="3425925"/>
                  <a:pt x="4532242" y="3403006"/>
                  <a:pt x="4532242" y="3367684"/>
                </a:cubicBezTo>
                <a:lnTo>
                  <a:pt x="4532242" y="3102175"/>
                </a:lnTo>
                <a:cubicBezTo>
                  <a:pt x="4532242" y="3068837"/>
                  <a:pt x="4535119" y="3046513"/>
                  <a:pt x="4540874" y="3035202"/>
                </a:cubicBezTo>
                <a:cubicBezTo>
                  <a:pt x="4546629" y="3023891"/>
                  <a:pt x="4556452" y="3018236"/>
                  <a:pt x="4570342" y="3018236"/>
                </a:cubicBezTo>
                <a:close/>
                <a:moveTo>
                  <a:pt x="3965505" y="2892625"/>
                </a:moveTo>
                <a:lnTo>
                  <a:pt x="3965505" y="3682604"/>
                </a:lnTo>
                <a:lnTo>
                  <a:pt x="4213155" y="3682604"/>
                </a:lnTo>
                <a:lnTo>
                  <a:pt x="4213155" y="2892625"/>
                </a:lnTo>
                <a:close/>
                <a:moveTo>
                  <a:pt x="4455447" y="2878337"/>
                </a:moveTo>
                <a:cubicBezTo>
                  <a:pt x="4400281" y="2878337"/>
                  <a:pt x="4359205" y="2894807"/>
                  <a:pt x="4332217" y="2927748"/>
                </a:cubicBezTo>
                <a:cubicBezTo>
                  <a:pt x="4305230" y="2960689"/>
                  <a:pt x="4291736" y="3014664"/>
                  <a:pt x="4291736" y="3089673"/>
                </a:cubicBezTo>
                <a:lnTo>
                  <a:pt x="4291736" y="3376614"/>
                </a:lnTo>
                <a:cubicBezTo>
                  <a:pt x="4291736" y="3429001"/>
                  <a:pt x="4296895" y="3469383"/>
                  <a:pt x="4307214" y="3497759"/>
                </a:cubicBezTo>
                <a:cubicBezTo>
                  <a:pt x="4317533" y="3526136"/>
                  <a:pt x="4336682" y="3549056"/>
                  <a:pt x="4364662" y="3566518"/>
                </a:cubicBezTo>
                <a:cubicBezTo>
                  <a:pt x="4392642" y="3583981"/>
                  <a:pt x="4428261" y="3592712"/>
                  <a:pt x="4471520" y="3592712"/>
                </a:cubicBezTo>
                <a:cubicBezTo>
                  <a:pt x="4496524" y="3592712"/>
                  <a:pt x="4520435" y="3587937"/>
                  <a:pt x="4543256" y="3578387"/>
                </a:cubicBezTo>
                <a:cubicBezTo>
                  <a:pt x="4566076" y="3568837"/>
                  <a:pt x="4587805" y="3554711"/>
                  <a:pt x="4608442" y="3536008"/>
                </a:cubicBezTo>
                <a:lnTo>
                  <a:pt x="4608442" y="3595605"/>
                </a:lnTo>
                <a:cubicBezTo>
                  <a:pt x="4608442" y="3629767"/>
                  <a:pt x="4605466" y="3652212"/>
                  <a:pt x="4599513" y="3662940"/>
                </a:cubicBezTo>
                <a:cubicBezTo>
                  <a:pt x="4593559" y="3673668"/>
                  <a:pt x="4581455" y="3679032"/>
                  <a:pt x="4563199" y="3679032"/>
                </a:cubicBezTo>
                <a:cubicBezTo>
                  <a:pt x="4537798" y="3679032"/>
                  <a:pt x="4525099" y="3661570"/>
                  <a:pt x="4525099" y="3626645"/>
                </a:cubicBezTo>
                <a:lnTo>
                  <a:pt x="4291736" y="3626645"/>
                </a:lnTo>
                <a:cubicBezTo>
                  <a:pt x="4293323" y="3702845"/>
                  <a:pt x="4317334" y="3753942"/>
                  <a:pt x="4363769" y="3779938"/>
                </a:cubicBezTo>
                <a:cubicBezTo>
                  <a:pt x="4410203" y="3805933"/>
                  <a:pt x="4471719" y="3818931"/>
                  <a:pt x="4548316" y="3818931"/>
                </a:cubicBezTo>
                <a:cubicBezTo>
                  <a:pt x="4610625" y="3818931"/>
                  <a:pt x="4662318" y="3811886"/>
                  <a:pt x="4703395" y="3797797"/>
                </a:cubicBezTo>
                <a:cubicBezTo>
                  <a:pt x="4744471" y="3783708"/>
                  <a:pt x="4776519" y="3763269"/>
                  <a:pt x="4799538" y="3736480"/>
                </a:cubicBezTo>
                <a:cubicBezTo>
                  <a:pt x="4822556" y="3709691"/>
                  <a:pt x="4835951" y="3684291"/>
                  <a:pt x="4839721" y="3660280"/>
                </a:cubicBezTo>
                <a:cubicBezTo>
                  <a:pt x="4843492" y="3636269"/>
                  <a:pt x="4845377" y="3583187"/>
                  <a:pt x="4845377" y="3501034"/>
                </a:cubicBezTo>
                <a:lnTo>
                  <a:pt x="4845377" y="2892625"/>
                </a:lnTo>
                <a:lnTo>
                  <a:pt x="4621539" y="2892625"/>
                </a:lnTo>
                <a:lnTo>
                  <a:pt x="4604275" y="2952305"/>
                </a:lnTo>
                <a:cubicBezTo>
                  <a:pt x="4584828" y="2927649"/>
                  <a:pt x="4562702" y="2909157"/>
                  <a:pt x="4537898" y="2896829"/>
                </a:cubicBezTo>
                <a:cubicBezTo>
                  <a:pt x="4513093" y="2884501"/>
                  <a:pt x="4485609" y="2878337"/>
                  <a:pt x="4455447" y="2878337"/>
                </a:cubicBezTo>
                <a:close/>
                <a:moveTo>
                  <a:pt x="3624986" y="2878337"/>
                </a:moveTo>
                <a:cubicBezTo>
                  <a:pt x="3572202" y="2878337"/>
                  <a:pt x="3525866" y="2886473"/>
                  <a:pt x="3485980" y="2902745"/>
                </a:cubicBezTo>
                <a:cubicBezTo>
                  <a:pt x="3446095" y="2919017"/>
                  <a:pt x="3417817" y="2942135"/>
                  <a:pt x="3401148" y="2972099"/>
                </a:cubicBezTo>
                <a:cubicBezTo>
                  <a:pt x="3384480" y="3002063"/>
                  <a:pt x="3376145" y="3048597"/>
                  <a:pt x="3376145" y="3111699"/>
                </a:cubicBezTo>
                <a:cubicBezTo>
                  <a:pt x="3376145" y="3156150"/>
                  <a:pt x="3383884" y="3194547"/>
                  <a:pt x="3399362" y="3226892"/>
                </a:cubicBezTo>
                <a:cubicBezTo>
                  <a:pt x="3414841" y="3259238"/>
                  <a:pt x="3457902" y="3295254"/>
                  <a:pt x="3528545" y="3334942"/>
                </a:cubicBezTo>
                <a:cubicBezTo>
                  <a:pt x="3612683" y="3381773"/>
                  <a:pt x="3659316" y="3409951"/>
                  <a:pt x="3668444" y="3419476"/>
                </a:cubicBezTo>
                <a:cubicBezTo>
                  <a:pt x="3677175" y="3429001"/>
                  <a:pt x="3681541" y="3452615"/>
                  <a:pt x="3681541" y="3490318"/>
                </a:cubicBezTo>
                <a:cubicBezTo>
                  <a:pt x="3681541" y="3517702"/>
                  <a:pt x="3678167" y="3535661"/>
                  <a:pt x="3671420" y="3544194"/>
                </a:cubicBezTo>
                <a:cubicBezTo>
                  <a:pt x="3664673" y="3552727"/>
                  <a:pt x="3652767" y="3556993"/>
                  <a:pt x="3635702" y="3556993"/>
                </a:cubicBezTo>
                <a:cubicBezTo>
                  <a:pt x="3619826" y="3556993"/>
                  <a:pt x="3609210" y="3550643"/>
                  <a:pt x="3603852" y="3537943"/>
                </a:cubicBezTo>
                <a:cubicBezTo>
                  <a:pt x="3598495" y="3525243"/>
                  <a:pt x="3595816" y="3497660"/>
                  <a:pt x="3595816" y="3455195"/>
                </a:cubicBezTo>
                <a:lnTo>
                  <a:pt x="3595816" y="3405188"/>
                </a:lnTo>
                <a:lnTo>
                  <a:pt x="3382694" y="3405188"/>
                </a:lnTo>
                <a:lnTo>
                  <a:pt x="3382694" y="3443288"/>
                </a:lnTo>
                <a:cubicBezTo>
                  <a:pt x="3382694" y="3509170"/>
                  <a:pt x="3390830" y="3558382"/>
                  <a:pt x="3407102" y="3590926"/>
                </a:cubicBezTo>
                <a:cubicBezTo>
                  <a:pt x="3423374" y="3623470"/>
                  <a:pt x="3453238" y="3649267"/>
                  <a:pt x="3496696" y="3668317"/>
                </a:cubicBezTo>
                <a:cubicBezTo>
                  <a:pt x="3540154" y="3687367"/>
                  <a:pt x="3592442" y="3696892"/>
                  <a:pt x="3653561" y="3696892"/>
                </a:cubicBezTo>
                <a:cubicBezTo>
                  <a:pt x="3708726" y="3696892"/>
                  <a:pt x="3755855" y="3688061"/>
                  <a:pt x="3794948" y="3670400"/>
                </a:cubicBezTo>
                <a:cubicBezTo>
                  <a:pt x="3834040" y="3652739"/>
                  <a:pt x="3861920" y="3627538"/>
                  <a:pt x="3878589" y="3594795"/>
                </a:cubicBezTo>
                <a:cubicBezTo>
                  <a:pt x="3895258" y="3562053"/>
                  <a:pt x="3903592" y="3513535"/>
                  <a:pt x="3903592" y="3449242"/>
                </a:cubicBezTo>
                <a:cubicBezTo>
                  <a:pt x="3903592" y="3391695"/>
                  <a:pt x="3892678" y="3347840"/>
                  <a:pt x="3870850" y="3317678"/>
                </a:cubicBezTo>
                <a:cubicBezTo>
                  <a:pt x="3849022" y="3287515"/>
                  <a:pt x="3803183" y="3255368"/>
                  <a:pt x="3733333" y="3221237"/>
                </a:cubicBezTo>
                <a:cubicBezTo>
                  <a:pt x="3680945" y="3195440"/>
                  <a:pt x="3646318" y="3175795"/>
                  <a:pt x="3629451" y="3162301"/>
                </a:cubicBezTo>
                <a:cubicBezTo>
                  <a:pt x="3612583" y="3148807"/>
                  <a:pt x="3602463" y="3136405"/>
                  <a:pt x="3599090" y="3125094"/>
                </a:cubicBezTo>
                <a:cubicBezTo>
                  <a:pt x="3595716" y="3113783"/>
                  <a:pt x="3594030" y="3096023"/>
                  <a:pt x="3594030" y="3071814"/>
                </a:cubicBezTo>
                <a:cubicBezTo>
                  <a:pt x="3594030" y="3053954"/>
                  <a:pt x="3597403" y="3040560"/>
                  <a:pt x="3604150" y="3031630"/>
                </a:cubicBezTo>
                <a:cubicBezTo>
                  <a:pt x="3610897" y="3022700"/>
                  <a:pt x="3621017" y="3018236"/>
                  <a:pt x="3634511" y="3018236"/>
                </a:cubicBezTo>
                <a:cubicBezTo>
                  <a:pt x="3651180" y="3018236"/>
                  <a:pt x="3661598" y="3023097"/>
                  <a:pt x="3665765" y="3032821"/>
                </a:cubicBezTo>
                <a:cubicBezTo>
                  <a:pt x="3669932" y="3042544"/>
                  <a:pt x="3672016" y="3065662"/>
                  <a:pt x="3672016" y="3102175"/>
                </a:cubicBezTo>
                <a:lnTo>
                  <a:pt x="3672016" y="3145037"/>
                </a:lnTo>
                <a:lnTo>
                  <a:pt x="3885137" y="3145037"/>
                </a:lnTo>
                <a:lnTo>
                  <a:pt x="3885137" y="3099198"/>
                </a:lnTo>
                <a:cubicBezTo>
                  <a:pt x="3885137" y="3059511"/>
                  <a:pt x="3883054" y="3030340"/>
                  <a:pt x="3878887" y="3011687"/>
                </a:cubicBezTo>
                <a:cubicBezTo>
                  <a:pt x="3874720" y="2993034"/>
                  <a:pt x="3862813" y="2972793"/>
                  <a:pt x="3843168" y="2950965"/>
                </a:cubicBezTo>
                <a:cubicBezTo>
                  <a:pt x="3823523" y="2929137"/>
                  <a:pt x="3795344" y="2911575"/>
                  <a:pt x="3758634" y="2898280"/>
                </a:cubicBezTo>
                <a:cubicBezTo>
                  <a:pt x="3721922" y="2884985"/>
                  <a:pt x="3677373" y="2878337"/>
                  <a:pt x="3624986" y="2878337"/>
                </a:cubicBezTo>
                <a:close/>
                <a:moveTo>
                  <a:pt x="3147545" y="2878337"/>
                </a:moveTo>
                <a:cubicBezTo>
                  <a:pt x="3114605" y="2878337"/>
                  <a:pt x="3085534" y="2885592"/>
                  <a:pt x="3060332" y="2900103"/>
                </a:cubicBezTo>
                <a:cubicBezTo>
                  <a:pt x="3035130" y="2914614"/>
                  <a:pt x="3013799" y="2936380"/>
                  <a:pt x="2996336" y="2965401"/>
                </a:cubicBezTo>
                <a:lnTo>
                  <a:pt x="3000503" y="2892625"/>
                </a:lnTo>
                <a:lnTo>
                  <a:pt x="2755830" y="2892625"/>
                </a:lnTo>
                <a:lnTo>
                  <a:pt x="2755830" y="3682604"/>
                </a:lnTo>
                <a:lnTo>
                  <a:pt x="2996336" y="3682604"/>
                </a:lnTo>
                <a:lnTo>
                  <a:pt x="2996336" y="3148609"/>
                </a:lnTo>
                <a:cubicBezTo>
                  <a:pt x="2996336" y="3089078"/>
                  <a:pt x="2998519" y="3052466"/>
                  <a:pt x="3002884" y="3038774"/>
                </a:cubicBezTo>
                <a:cubicBezTo>
                  <a:pt x="3007250" y="3025082"/>
                  <a:pt x="3017966" y="3018236"/>
                  <a:pt x="3035031" y="3018236"/>
                </a:cubicBezTo>
                <a:cubicBezTo>
                  <a:pt x="3051303" y="3018236"/>
                  <a:pt x="3061225" y="3024189"/>
                  <a:pt x="3064797" y="3036095"/>
                </a:cubicBezTo>
                <a:cubicBezTo>
                  <a:pt x="3068369" y="3048001"/>
                  <a:pt x="3070155" y="3081140"/>
                  <a:pt x="3070155" y="3135512"/>
                </a:cubicBezTo>
                <a:lnTo>
                  <a:pt x="3070155" y="3682604"/>
                </a:lnTo>
                <a:lnTo>
                  <a:pt x="3310661" y="3682604"/>
                </a:lnTo>
                <a:lnTo>
                  <a:pt x="3310661" y="3128964"/>
                </a:lnTo>
                <a:cubicBezTo>
                  <a:pt x="3310661" y="3059907"/>
                  <a:pt x="3306891" y="3010596"/>
                  <a:pt x="3299350" y="2981028"/>
                </a:cubicBezTo>
                <a:cubicBezTo>
                  <a:pt x="3291809" y="2951461"/>
                  <a:pt x="3274942" y="2926954"/>
                  <a:pt x="3248748" y="2907507"/>
                </a:cubicBezTo>
                <a:cubicBezTo>
                  <a:pt x="3222555" y="2888061"/>
                  <a:pt x="3188820" y="2878337"/>
                  <a:pt x="3147545" y="2878337"/>
                </a:cubicBezTo>
                <a:close/>
                <a:moveTo>
                  <a:pt x="5578206" y="2787254"/>
                </a:moveTo>
                <a:lnTo>
                  <a:pt x="5578206" y="2911675"/>
                </a:lnTo>
                <a:lnTo>
                  <a:pt x="5526414" y="2911675"/>
                </a:lnTo>
                <a:lnTo>
                  <a:pt x="5526414" y="3036690"/>
                </a:lnTo>
                <a:lnTo>
                  <a:pt x="5578206" y="3036690"/>
                </a:lnTo>
                <a:lnTo>
                  <a:pt x="5578206" y="3437931"/>
                </a:lnTo>
                <a:cubicBezTo>
                  <a:pt x="5578206" y="3516512"/>
                  <a:pt x="5580389" y="3566419"/>
                  <a:pt x="5584755" y="3587652"/>
                </a:cubicBezTo>
                <a:cubicBezTo>
                  <a:pt x="5589121" y="3608885"/>
                  <a:pt x="5600233" y="3627736"/>
                  <a:pt x="5618092" y="3644206"/>
                </a:cubicBezTo>
                <a:cubicBezTo>
                  <a:pt x="5635951" y="3660677"/>
                  <a:pt x="5656589" y="3671194"/>
                  <a:pt x="5680005" y="3675758"/>
                </a:cubicBezTo>
                <a:cubicBezTo>
                  <a:pt x="5703421" y="3680322"/>
                  <a:pt x="5742512" y="3682604"/>
                  <a:pt x="5797281" y="3682604"/>
                </a:cubicBezTo>
                <a:lnTo>
                  <a:pt x="5894317" y="3682604"/>
                </a:lnTo>
                <a:lnTo>
                  <a:pt x="5894317" y="3555207"/>
                </a:lnTo>
                <a:cubicBezTo>
                  <a:pt x="5855026" y="3555207"/>
                  <a:pt x="5832702" y="3552231"/>
                  <a:pt x="5827344" y="3546277"/>
                </a:cubicBezTo>
                <a:cubicBezTo>
                  <a:pt x="5821987" y="3540324"/>
                  <a:pt x="5819308" y="3511353"/>
                  <a:pt x="5819308" y="3459362"/>
                </a:cubicBezTo>
                <a:lnTo>
                  <a:pt x="5819308" y="3036690"/>
                </a:lnTo>
                <a:lnTo>
                  <a:pt x="5884197" y="3036690"/>
                </a:lnTo>
                <a:lnTo>
                  <a:pt x="5884197" y="2911675"/>
                </a:lnTo>
                <a:lnTo>
                  <a:pt x="5819308" y="2911675"/>
                </a:lnTo>
                <a:lnTo>
                  <a:pt x="5819308" y="2787254"/>
                </a:lnTo>
                <a:close/>
                <a:moveTo>
                  <a:pt x="4927530" y="2718793"/>
                </a:moveTo>
                <a:lnTo>
                  <a:pt x="4927530" y="3682604"/>
                </a:lnTo>
                <a:lnTo>
                  <a:pt x="5168036" y="3682604"/>
                </a:lnTo>
                <a:lnTo>
                  <a:pt x="5168036" y="3118843"/>
                </a:lnTo>
                <a:cubicBezTo>
                  <a:pt x="5168036" y="3078759"/>
                  <a:pt x="5170616" y="3051970"/>
                  <a:pt x="5175775" y="3038476"/>
                </a:cubicBezTo>
                <a:cubicBezTo>
                  <a:pt x="5180934" y="3024982"/>
                  <a:pt x="5190856" y="3018236"/>
                  <a:pt x="5205540" y="3018236"/>
                </a:cubicBezTo>
                <a:cubicBezTo>
                  <a:pt x="5221416" y="3018236"/>
                  <a:pt x="5231635" y="3024784"/>
                  <a:pt x="5236199" y="3037881"/>
                </a:cubicBezTo>
                <a:cubicBezTo>
                  <a:pt x="5240763" y="3050978"/>
                  <a:pt x="5243045" y="3080545"/>
                  <a:pt x="5243045" y="3126583"/>
                </a:cubicBezTo>
                <a:lnTo>
                  <a:pt x="5243045" y="3682604"/>
                </a:lnTo>
                <a:lnTo>
                  <a:pt x="5483551" y="3682604"/>
                </a:lnTo>
                <a:lnTo>
                  <a:pt x="5483551" y="3137893"/>
                </a:lnTo>
                <a:cubicBezTo>
                  <a:pt x="5483551" y="3063678"/>
                  <a:pt x="5480277" y="3012580"/>
                  <a:pt x="5473729" y="2984600"/>
                </a:cubicBezTo>
                <a:cubicBezTo>
                  <a:pt x="5467180" y="2956621"/>
                  <a:pt x="5449123" y="2931915"/>
                  <a:pt x="5419555" y="2910484"/>
                </a:cubicBezTo>
                <a:cubicBezTo>
                  <a:pt x="5389988" y="2889053"/>
                  <a:pt x="5354170" y="2878337"/>
                  <a:pt x="5312101" y="2878337"/>
                </a:cubicBezTo>
                <a:cubicBezTo>
                  <a:pt x="5284717" y="2878337"/>
                  <a:pt x="5259020" y="2883112"/>
                  <a:pt x="5235008" y="2892662"/>
                </a:cubicBezTo>
                <a:cubicBezTo>
                  <a:pt x="5210998" y="2902211"/>
                  <a:pt x="5188673" y="2916536"/>
                  <a:pt x="5168036" y="2935636"/>
                </a:cubicBezTo>
                <a:lnTo>
                  <a:pt x="5168036" y="2718793"/>
                </a:lnTo>
                <a:close/>
                <a:moveTo>
                  <a:pt x="3965505" y="2718793"/>
                </a:moveTo>
                <a:lnTo>
                  <a:pt x="3965505" y="2844404"/>
                </a:lnTo>
                <a:lnTo>
                  <a:pt x="4213155" y="2844404"/>
                </a:lnTo>
                <a:lnTo>
                  <a:pt x="4213155" y="2718793"/>
                </a:lnTo>
                <a:close/>
                <a:moveTo>
                  <a:pt x="2420073" y="2718793"/>
                </a:moveTo>
                <a:lnTo>
                  <a:pt x="2420073" y="3682604"/>
                </a:lnTo>
                <a:lnTo>
                  <a:pt x="2670700" y="3682604"/>
                </a:lnTo>
                <a:lnTo>
                  <a:pt x="2670700" y="2718793"/>
                </a:lnTo>
                <a:close/>
                <a:moveTo>
                  <a:pt x="1575325" y="1781176"/>
                </a:moveTo>
                <a:cubicBezTo>
                  <a:pt x="1612631" y="1782367"/>
                  <a:pt x="1635650" y="1787328"/>
                  <a:pt x="1644381" y="1796059"/>
                </a:cubicBezTo>
                <a:cubicBezTo>
                  <a:pt x="1653113" y="1804790"/>
                  <a:pt x="1657478" y="1829793"/>
                  <a:pt x="1657478" y="1871068"/>
                </a:cubicBezTo>
                <a:lnTo>
                  <a:pt x="1657478" y="1960960"/>
                </a:lnTo>
                <a:cubicBezTo>
                  <a:pt x="1657478" y="1999854"/>
                  <a:pt x="1652616" y="2024262"/>
                  <a:pt x="1642893" y="2034184"/>
                </a:cubicBezTo>
                <a:cubicBezTo>
                  <a:pt x="1633170" y="2044106"/>
                  <a:pt x="1610647" y="2049662"/>
                  <a:pt x="1575325" y="2050853"/>
                </a:cubicBezTo>
                <a:close/>
                <a:moveTo>
                  <a:pt x="4445327" y="1551386"/>
                </a:moveTo>
                <a:cubicBezTo>
                  <a:pt x="4458820" y="1551386"/>
                  <a:pt x="4467750" y="1557339"/>
                  <a:pt x="4472116" y="1569245"/>
                </a:cubicBezTo>
                <a:cubicBezTo>
                  <a:pt x="4476481" y="1581151"/>
                  <a:pt x="4478664" y="1607543"/>
                  <a:pt x="4478664" y="1648421"/>
                </a:cubicBezTo>
                <a:lnTo>
                  <a:pt x="4478664" y="1706167"/>
                </a:lnTo>
                <a:lnTo>
                  <a:pt x="4408417" y="1706167"/>
                </a:lnTo>
                <a:lnTo>
                  <a:pt x="4408417" y="1648421"/>
                </a:lnTo>
                <a:cubicBezTo>
                  <a:pt x="4408417" y="1603972"/>
                  <a:pt x="4410402" y="1576686"/>
                  <a:pt x="4414370" y="1566566"/>
                </a:cubicBezTo>
                <a:cubicBezTo>
                  <a:pt x="4418339" y="1556446"/>
                  <a:pt x="4428658" y="1551386"/>
                  <a:pt x="4445327" y="1551386"/>
                </a:cubicBezTo>
                <a:close/>
                <a:moveTo>
                  <a:pt x="3203505" y="1425774"/>
                </a:moveTo>
                <a:lnTo>
                  <a:pt x="3203505" y="2215754"/>
                </a:lnTo>
                <a:lnTo>
                  <a:pt x="3451155" y="2215754"/>
                </a:lnTo>
                <a:lnTo>
                  <a:pt x="3451155" y="1425774"/>
                </a:lnTo>
                <a:close/>
                <a:moveTo>
                  <a:pt x="1990258" y="1425774"/>
                </a:moveTo>
                <a:lnTo>
                  <a:pt x="1990258" y="1958579"/>
                </a:lnTo>
                <a:cubicBezTo>
                  <a:pt x="1990258" y="2026445"/>
                  <a:pt x="1991647" y="2071788"/>
                  <a:pt x="1994425" y="2094608"/>
                </a:cubicBezTo>
                <a:cubicBezTo>
                  <a:pt x="1997203" y="2117428"/>
                  <a:pt x="2004248" y="2139356"/>
                  <a:pt x="2015559" y="2160390"/>
                </a:cubicBezTo>
                <a:cubicBezTo>
                  <a:pt x="2026870" y="2181424"/>
                  <a:pt x="2044431" y="2198292"/>
                  <a:pt x="2068244" y="2210992"/>
                </a:cubicBezTo>
                <a:cubicBezTo>
                  <a:pt x="2092056" y="2223692"/>
                  <a:pt x="2122020" y="2230042"/>
                  <a:pt x="2158136" y="2230042"/>
                </a:cubicBezTo>
                <a:cubicBezTo>
                  <a:pt x="2189886" y="2230042"/>
                  <a:pt x="2217965" y="2223382"/>
                  <a:pt x="2242373" y="2210062"/>
                </a:cubicBezTo>
                <a:cubicBezTo>
                  <a:pt x="2266780" y="2196741"/>
                  <a:pt x="2287319" y="2176761"/>
                  <a:pt x="2303988" y="2150121"/>
                </a:cubicBezTo>
                <a:lnTo>
                  <a:pt x="2299820" y="2215754"/>
                </a:lnTo>
                <a:lnTo>
                  <a:pt x="2544494" y="2215754"/>
                </a:lnTo>
                <a:lnTo>
                  <a:pt x="2544494" y="1425774"/>
                </a:lnTo>
                <a:lnTo>
                  <a:pt x="2303988" y="1425774"/>
                </a:lnTo>
                <a:lnTo>
                  <a:pt x="2303988" y="1957389"/>
                </a:lnTo>
                <a:cubicBezTo>
                  <a:pt x="2303988" y="2022079"/>
                  <a:pt x="2302301" y="2060378"/>
                  <a:pt x="2298927" y="2072284"/>
                </a:cubicBezTo>
                <a:cubicBezTo>
                  <a:pt x="2295554" y="2084190"/>
                  <a:pt x="2284937" y="2090143"/>
                  <a:pt x="2267078" y="2090143"/>
                </a:cubicBezTo>
                <a:cubicBezTo>
                  <a:pt x="2250409" y="2090143"/>
                  <a:pt x="2240190" y="2084389"/>
                  <a:pt x="2236420" y="2072879"/>
                </a:cubicBezTo>
                <a:cubicBezTo>
                  <a:pt x="2232649" y="2061370"/>
                  <a:pt x="2230764" y="2024857"/>
                  <a:pt x="2230764" y="1963342"/>
                </a:cubicBezTo>
                <a:lnTo>
                  <a:pt x="2230764" y="1425774"/>
                </a:lnTo>
                <a:close/>
                <a:moveTo>
                  <a:pt x="1575325" y="1416845"/>
                </a:moveTo>
                <a:cubicBezTo>
                  <a:pt x="1601122" y="1417242"/>
                  <a:pt x="1618485" y="1419028"/>
                  <a:pt x="1627415" y="1422203"/>
                </a:cubicBezTo>
                <a:cubicBezTo>
                  <a:pt x="1636344" y="1425378"/>
                  <a:pt x="1643588" y="1433017"/>
                  <a:pt x="1649144" y="1445122"/>
                </a:cubicBezTo>
                <a:cubicBezTo>
                  <a:pt x="1654700" y="1457227"/>
                  <a:pt x="1657478" y="1478360"/>
                  <a:pt x="1657478" y="1508523"/>
                </a:cubicBezTo>
                <a:cubicBezTo>
                  <a:pt x="1657478" y="1565673"/>
                  <a:pt x="1654105" y="1600300"/>
                  <a:pt x="1647358" y="1612405"/>
                </a:cubicBezTo>
                <a:cubicBezTo>
                  <a:pt x="1640611" y="1624510"/>
                  <a:pt x="1624934" y="1630562"/>
                  <a:pt x="1600328" y="1630562"/>
                </a:cubicBezTo>
                <a:cubicBezTo>
                  <a:pt x="1594375" y="1630562"/>
                  <a:pt x="1586041" y="1630761"/>
                  <a:pt x="1575325" y="1631157"/>
                </a:cubicBezTo>
                <a:close/>
                <a:moveTo>
                  <a:pt x="5596661" y="1411487"/>
                </a:moveTo>
                <a:cubicBezTo>
                  <a:pt x="5543877" y="1411487"/>
                  <a:pt x="5497541" y="1419623"/>
                  <a:pt x="5457655" y="1435895"/>
                </a:cubicBezTo>
                <a:cubicBezTo>
                  <a:pt x="5417769" y="1452167"/>
                  <a:pt x="5389492" y="1475285"/>
                  <a:pt x="5372823" y="1505249"/>
                </a:cubicBezTo>
                <a:cubicBezTo>
                  <a:pt x="5356155" y="1535213"/>
                  <a:pt x="5347820" y="1581746"/>
                  <a:pt x="5347820" y="1644849"/>
                </a:cubicBezTo>
                <a:cubicBezTo>
                  <a:pt x="5347820" y="1689300"/>
                  <a:pt x="5355559" y="1727697"/>
                  <a:pt x="5371037" y="1760043"/>
                </a:cubicBezTo>
                <a:cubicBezTo>
                  <a:pt x="5386515" y="1792388"/>
                  <a:pt x="5429577" y="1828404"/>
                  <a:pt x="5500220" y="1868092"/>
                </a:cubicBezTo>
                <a:cubicBezTo>
                  <a:pt x="5584358" y="1914923"/>
                  <a:pt x="5630991" y="1943101"/>
                  <a:pt x="5640119" y="1952626"/>
                </a:cubicBezTo>
                <a:cubicBezTo>
                  <a:pt x="5648850" y="1962151"/>
                  <a:pt x="5653215" y="1985765"/>
                  <a:pt x="5653215" y="2023468"/>
                </a:cubicBezTo>
                <a:cubicBezTo>
                  <a:pt x="5653215" y="2050853"/>
                  <a:pt x="5649842" y="2068811"/>
                  <a:pt x="5643095" y="2077344"/>
                </a:cubicBezTo>
                <a:cubicBezTo>
                  <a:pt x="5636348" y="2085877"/>
                  <a:pt x="5624442" y="2090143"/>
                  <a:pt x="5607376" y="2090143"/>
                </a:cubicBezTo>
                <a:cubicBezTo>
                  <a:pt x="5591502" y="2090143"/>
                  <a:pt x="5580885" y="2083793"/>
                  <a:pt x="5575527" y="2071093"/>
                </a:cubicBezTo>
                <a:cubicBezTo>
                  <a:pt x="5570169" y="2058393"/>
                  <a:pt x="5567490" y="2030811"/>
                  <a:pt x="5567490" y="1988345"/>
                </a:cubicBezTo>
                <a:lnTo>
                  <a:pt x="5567490" y="1938339"/>
                </a:lnTo>
                <a:lnTo>
                  <a:pt x="5354369" y="1938339"/>
                </a:lnTo>
                <a:lnTo>
                  <a:pt x="5354369" y="1976439"/>
                </a:lnTo>
                <a:cubicBezTo>
                  <a:pt x="5354369" y="2042320"/>
                  <a:pt x="5362505" y="2091532"/>
                  <a:pt x="5378776" y="2124076"/>
                </a:cubicBezTo>
                <a:cubicBezTo>
                  <a:pt x="5395049" y="2156620"/>
                  <a:pt x="5424913" y="2182417"/>
                  <a:pt x="5468371" y="2201467"/>
                </a:cubicBezTo>
                <a:cubicBezTo>
                  <a:pt x="5511829" y="2220517"/>
                  <a:pt x="5564117" y="2230042"/>
                  <a:pt x="5625236" y="2230042"/>
                </a:cubicBezTo>
                <a:cubicBezTo>
                  <a:pt x="5680402" y="2230042"/>
                  <a:pt x="5727531" y="2221211"/>
                  <a:pt x="5766622" y="2203550"/>
                </a:cubicBezTo>
                <a:cubicBezTo>
                  <a:pt x="5805715" y="2185889"/>
                  <a:pt x="5833595" y="2160688"/>
                  <a:pt x="5850264" y="2127946"/>
                </a:cubicBezTo>
                <a:cubicBezTo>
                  <a:pt x="5866933" y="2095203"/>
                  <a:pt x="5875267" y="2046685"/>
                  <a:pt x="5875267" y="1982392"/>
                </a:cubicBezTo>
                <a:cubicBezTo>
                  <a:pt x="5875267" y="1924845"/>
                  <a:pt x="5864353" y="1880990"/>
                  <a:pt x="5842525" y="1850828"/>
                </a:cubicBezTo>
                <a:cubicBezTo>
                  <a:pt x="5820697" y="1820665"/>
                  <a:pt x="5774858" y="1788518"/>
                  <a:pt x="5705008" y="1754387"/>
                </a:cubicBezTo>
                <a:cubicBezTo>
                  <a:pt x="5652620" y="1728590"/>
                  <a:pt x="5617993" y="1708945"/>
                  <a:pt x="5601126" y="1695451"/>
                </a:cubicBezTo>
                <a:cubicBezTo>
                  <a:pt x="5584259" y="1681957"/>
                  <a:pt x="5574138" y="1669555"/>
                  <a:pt x="5570765" y="1658244"/>
                </a:cubicBezTo>
                <a:cubicBezTo>
                  <a:pt x="5567392" y="1646933"/>
                  <a:pt x="5565705" y="1629173"/>
                  <a:pt x="5565705" y="1604964"/>
                </a:cubicBezTo>
                <a:cubicBezTo>
                  <a:pt x="5565705" y="1587104"/>
                  <a:pt x="5569078" y="1573710"/>
                  <a:pt x="5575825" y="1564780"/>
                </a:cubicBezTo>
                <a:cubicBezTo>
                  <a:pt x="5582572" y="1555850"/>
                  <a:pt x="5592692" y="1551386"/>
                  <a:pt x="5606186" y="1551386"/>
                </a:cubicBezTo>
                <a:cubicBezTo>
                  <a:pt x="5622855" y="1551386"/>
                  <a:pt x="5633272" y="1556247"/>
                  <a:pt x="5637440" y="1565971"/>
                </a:cubicBezTo>
                <a:cubicBezTo>
                  <a:pt x="5641607" y="1575694"/>
                  <a:pt x="5643690" y="1598812"/>
                  <a:pt x="5643690" y="1635325"/>
                </a:cubicBezTo>
                <a:lnTo>
                  <a:pt x="5643690" y="1678187"/>
                </a:lnTo>
                <a:lnTo>
                  <a:pt x="5856812" y="1678187"/>
                </a:lnTo>
                <a:lnTo>
                  <a:pt x="5856812" y="1632348"/>
                </a:lnTo>
                <a:cubicBezTo>
                  <a:pt x="5856812" y="1592660"/>
                  <a:pt x="5854729" y="1563490"/>
                  <a:pt x="5850562" y="1544837"/>
                </a:cubicBezTo>
                <a:cubicBezTo>
                  <a:pt x="5846394" y="1526184"/>
                  <a:pt x="5834488" y="1505943"/>
                  <a:pt x="5814843" y="1484115"/>
                </a:cubicBezTo>
                <a:cubicBezTo>
                  <a:pt x="5795197" y="1462287"/>
                  <a:pt x="5767020" y="1444725"/>
                  <a:pt x="5730308" y="1431430"/>
                </a:cubicBezTo>
                <a:cubicBezTo>
                  <a:pt x="5693598" y="1418135"/>
                  <a:pt x="5649048" y="1411487"/>
                  <a:pt x="5596661" y="1411487"/>
                </a:cubicBezTo>
                <a:close/>
                <a:moveTo>
                  <a:pt x="5025161" y="1411487"/>
                </a:moveTo>
                <a:cubicBezTo>
                  <a:pt x="4972377" y="1411487"/>
                  <a:pt x="4926042" y="1419623"/>
                  <a:pt x="4886156" y="1435895"/>
                </a:cubicBezTo>
                <a:cubicBezTo>
                  <a:pt x="4846270" y="1452167"/>
                  <a:pt x="4817992" y="1475285"/>
                  <a:pt x="4801324" y="1505249"/>
                </a:cubicBezTo>
                <a:cubicBezTo>
                  <a:pt x="4784655" y="1535213"/>
                  <a:pt x="4776320" y="1581746"/>
                  <a:pt x="4776320" y="1644849"/>
                </a:cubicBezTo>
                <a:cubicBezTo>
                  <a:pt x="4776320" y="1689300"/>
                  <a:pt x="4784059" y="1727697"/>
                  <a:pt x="4799538" y="1760043"/>
                </a:cubicBezTo>
                <a:cubicBezTo>
                  <a:pt x="4815016" y="1792388"/>
                  <a:pt x="4858077" y="1828404"/>
                  <a:pt x="4928720" y="1868092"/>
                </a:cubicBezTo>
                <a:cubicBezTo>
                  <a:pt x="5012858" y="1914923"/>
                  <a:pt x="5059491" y="1943101"/>
                  <a:pt x="5068619" y="1952626"/>
                </a:cubicBezTo>
                <a:cubicBezTo>
                  <a:pt x="5077350" y="1962151"/>
                  <a:pt x="5081715" y="1985765"/>
                  <a:pt x="5081715" y="2023468"/>
                </a:cubicBezTo>
                <a:cubicBezTo>
                  <a:pt x="5081715" y="2050853"/>
                  <a:pt x="5078342" y="2068811"/>
                  <a:pt x="5071595" y="2077344"/>
                </a:cubicBezTo>
                <a:cubicBezTo>
                  <a:pt x="5064848" y="2085877"/>
                  <a:pt x="5052942" y="2090143"/>
                  <a:pt x="5035876" y="2090143"/>
                </a:cubicBezTo>
                <a:cubicBezTo>
                  <a:pt x="5020002" y="2090143"/>
                  <a:pt x="5009385" y="2083793"/>
                  <a:pt x="5004027" y="2071093"/>
                </a:cubicBezTo>
                <a:cubicBezTo>
                  <a:pt x="4998669" y="2058393"/>
                  <a:pt x="4995990" y="2030811"/>
                  <a:pt x="4995990" y="1988345"/>
                </a:cubicBezTo>
                <a:lnTo>
                  <a:pt x="4995990" y="1938339"/>
                </a:lnTo>
                <a:lnTo>
                  <a:pt x="4782869" y="1938339"/>
                </a:lnTo>
                <a:lnTo>
                  <a:pt x="4782869" y="1976439"/>
                </a:lnTo>
                <a:cubicBezTo>
                  <a:pt x="4782869" y="2042320"/>
                  <a:pt x="4791005" y="2091532"/>
                  <a:pt x="4807277" y="2124076"/>
                </a:cubicBezTo>
                <a:cubicBezTo>
                  <a:pt x="4823549" y="2156620"/>
                  <a:pt x="4853413" y="2182417"/>
                  <a:pt x="4896871" y="2201467"/>
                </a:cubicBezTo>
                <a:cubicBezTo>
                  <a:pt x="4940329" y="2220517"/>
                  <a:pt x="4992617" y="2230042"/>
                  <a:pt x="5053736" y="2230042"/>
                </a:cubicBezTo>
                <a:cubicBezTo>
                  <a:pt x="5108902" y="2230042"/>
                  <a:pt x="5156031" y="2221211"/>
                  <a:pt x="5195122" y="2203550"/>
                </a:cubicBezTo>
                <a:cubicBezTo>
                  <a:pt x="5234215" y="2185889"/>
                  <a:pt x="5262095" y="2160688"/>
                  <a:pt x="5278764" y="2127946"/>
                </a:cubicBezTo>
                <a:cubicBezTo>
                  <a:pt x="5295433" y="2095203"/>
                  <a:pt x="5303767" y="2046685"/>
                  <a:pt x="5303767" y="1982392"/>
                </a:cubicBezTo>
                <a:cubicBezTo>
                  <a:pt x="5303767" y="1924845"/>
                  <a:pt x="5292853" y="1880990"/>
                  <a:pt x="5271025" y="1850828"/>
                </a:cubicBezTo>
                <a:cubicBezTo>
                  <a:pt x="5249197" y="1820665"/>
                  <a:pt x="5203358" y="1788518"/>
                  <a:pt x="5133508" y="1754387"/>
                </a:cubicBezTo>
                <a:cubicBezTo>
                  <a:pt x="5081120" y="1728590"/>
                  <a:pt x="5046493" y="1708945"/>
                  <a:pt x="5029626" y="1695451"/>
                </a:cubicBezTo>
                <a:cubicBezTo>
                  <a:pt x="5012759" y="1681957"/>
                  <a:pt x="5002638" y="1669555"/>
                  <a:pt x="4999265" y="1658244"/>
                </a:cubicBezTo>
                <a:cubicBezTo>
                  <a:pt x="4995892" y="1646933"/>
                  <a:pt x="4994205" y="1629173"/>
                  <a:pt x="4994205" y="1604964"/>
                </a:cubicBezTo>
                <a:cubicBezTo>
                  <a:pt x="4994205" y="1587104"/>
                  <a:pt x="4997578" y="1573710"/>
                  <a:pt x="5004325" y="1564780"/>
                </a:cubicBezTo>
                <a:cubicBezTo>
                  <a:pt x="5011072" y="1555850"/>
                  <a:pt x="5021192" y="1551386"/>
                  <a:pt x="5034686" y="1551386"/>
                </a:cubicBezTo>
                <a:cubicBezTo>
                  <a:pt x="5051355" y="1551386"/>
                  <a:pt x="5061772" y="1556247"/>
                  <a:pt x="5065940" y="1565971"/>
                </a:cubicBezTo>
                <a:cubicBezTo>
                  <a:pt x="5070107" y="1575694"/>
                  <a:pt x="5072190" y="1598812"/>
                  <a:pt x="5072190" y="1635325"/>
                </a:cubicBezTo>
                <a:lnTo>
                  <a:pt x="5072190" y="1678187"/>
                </a:lnTo>
                <a:lnTo>
                  <a:pt x="5285312" y="1678187"/>
                </a:lnTo>
                <a:lnTo>
                  <a:pt x="5285312" y="1632348"/>
                </a:lnTo>
                <a:cubicBezTo>
                  <a:pt x="5285312" y="1592660"/>
                  <a:pt x="5283229" y="1563490"/>
                  <a:pt x="5279062" y="1544837"/>
                </a:cubicBezTo>
                <a:cubicBezTo>
                  <a:pt x="5274894" y="1526184"/>
                  <a:pt x="5262988" y="1505943"/>
                  <a:pt x="5243343" y="1484115"/>
                </a:cubicBezTo>
                <a:cubicBezTo>
                  <a:pt x="5223697" y="1462287"/>
                  <a:pt x="5195520" y="1444725"/>
                  <a:pt x="5158808" y="1431430"/>
                </a:cubicBezTo>
                <a:cubicBezTo>
                  <a:pt x="5122098" y="1418135"/>
                  <a:pt x="5077548" y="1411487"/>
                  <a:pt x="5025161" y="1411487"/>
                </a:cubicBezTo>
                <a:close/>
                <a:moveTo>
                  <a:pt x="4434016" y="1411487"/>
                </a:moveTo>
                <a:cubicBezTo>
                  <a:pt x="4378850" y="1411487"/>
                  <a:pt x="4330035" y="1422104"/>
                  <a:pt x="4287569" y="1443336"/>
                </a:cubicBezTo>
                <a:cubicBezTo>
                  <a:pt x="4245103" y="1464569"/>
                  <a:pt x="4214544" y="1495128"/>
                  <a:pt x="4195891" y="1535014"/>
                </a:cubicBezTo>
                <a:cubicBezTo>
                  <a:pt x="4177237" y="1574900"/>
                  <a:pt x="4167911" y="1629372"/>
                  <a:pt x="4167911" y="1698428"/>
                </a:cubicBezTo>
                <a:lnTo>
                  <a:pt x="4167911" y="1928814"/>
                </a:lnTo>
                <a:cubicBezTo>
                  <a:pt x="4167911" y="1987551"/>
                  <a:pt x="4172078" y="2032299"/>
                  <a:pt x="4180412" y="2063057"/>
                </a:cubicBezTo>
                <a:cubicBezTo>
                  <a:pt x="4188747" y="2093814"/>
                  <a:pt x="4203729" y="2121992"/>
                  <a:pt x="4225359" y="2147591"/>
                </a:cubicBezTo>
                <a:cubicBezTo>
                  <a:pt x="4246988" y="2173189"/>
                  <a:pt x="4277250" y="2193331"/>
                  <a:pt x="4316144" y="2208015"/>
                </a:cubicBezTo>
                <a:cubicBezTo>
                  <a:pt x="4355038" y="2222699"/>
                  <a:pt x="4399884" y="2230042"/>
                  <a:pt x="4450684" y="2230042"/>
                </a:cubicBezTo>
                <a:cubicBezTo>
                  <a:pt x="4503072" y="2230042"/>
                  <a:pt x="4546629" y="2222600"/>
                  <a:pt x="4581356" y="2207718"/>
                </a:cubicBezTo>
                <a:cubicBezTo>
                  <a:pt x="4616082" y="2192835"/>
                  <a:pt x="4644756" y="2170510"/>
                  <a:pt x="4667378" y="2140745"/>
                </a:cubicBezTo>
                <a:cubicBezTo>
                  <a:pt x="4690000" y="2110979"/>
                  <a:pt x="4704387" y="2083000"/>
                  <a:pt x="4710538" y="2056806"/>
                </a:cubicBezTo>
                <a:cubicBezTo>
                  <a:pt x="4716690" y="2030612"/>
                  <a:pt x="4719766" y="1993107"/>
                  <a:pt x="4719766" y="1944292"/>
                </a:cubicBezTo>
                <a:lnTo>
                  <a:pt x="4719766" y="1885951"/>
                </a:lnTo>
                <a:lnTo>
                  <a:pt x="4491761" y="1885951"/>
                </a:lnTo>
                <a:lnTo>
                  <a:pt x="4491761" y="1990131"/>
                </a:lnTo>
                <a:cubicBezTo>
                  <a:pt x="4491761" y="2029422"/>
                  <a:pt x="4488685" y="2055913"/>
                  <a:pt x="4482534" y="2069605"/>
                </a:cubicBezTo>
                <a:cubicBezTo>
                  <a:pt x="4476382" y="2083297"/>
                  <a:pt x="4464178" y="2090143"/>
                  <a:pt x="4445922" y="2090143"/>
                </a:cubicBezTo>
                <a:cubicBezTo>
                  <a:pt x="4431238" y="2090143"/>
                  <a:pt x="4421316" y="2084984"/>
                  <a:pt x="4416156" y="2074665"/>
                </a:cubicBezTo>
                <a:cubicBezTo>
                  <a:pt x="4410997" y="2064347"/>
                  <a:pt x="4408417" y="2041328"/>
                  <a:pt x="4408417" y="2005609"/>
                </a:cubicBezTo>
                <a:lnTo>
                  <a:pt x="4408417" y="1834754"/>
                </a:lnTo>
                <a:lnTo>
                  <a:pt x="4719766" y="1834754"/>
                </a:lnTo>
                <a:lnTo>
                  <a:pt x="4719766" y="1729979"/>
                </a:lnTo>
                <a:cubicBezTo>
                  <a:pt x="4719766" y="1653382"/>
                  <a:pt x="4710935" y="1593950"/>
                  <a:pt x="4693274" y="1551683"/>
                </a:cubicBezTo>
                <a:cubicBezTo>
                  <a:pt x="4675613" y="1509416"/>
                  <a:pt x="4644855" y="1475483"/>
                  <a:pt x="4601001" y="1449885"/>
                </a:cubicBezTo>
                <a:cubicBezTo>
                  <a:pt x="4557146" y="1424286"/>
                  <a:pt x="4501485" y="1411487"/>
                  <a:pt x="4434016" y="1411487"/>
                </a:cubicBezTo>
                <a:close/>
                <a:moveTo>
                  <a:pt x="3928595" y="1411487"/>
                </a:moveTo>
                <a:cubicBezTo>
                  <a:pt x="3895655" y="1411487"/>
                  <a:pt x="3866584" y="1418743"/>
                  <a:pt x="3841382" y="1433253"/>
                </a:cubicBezTo>
                <a:cubicBezTo>
                  <a:pt x="3816180" y="1447764"/>
                  <a:pt x="3794849" y="1469530"/>
                  <a:pt x="3777386" y="1498551"/>
                </a:cubicBezTo>
                <a:lnTo>
                  <a:pt x="3781553" y="1425774"/>
                </a:lnTo>
                <a:lnTo>
                  <a:pt x="3536880" y="1425774"/>
                </a:lnTo>
                <a:lnTo>
                  <a:pt x="3536880" y="2215754"/>
                </a:lnTo>
                <a:lnTo>
                  <a:pt x="3777386" y="2215754"/>
                </a:lnTo>
                <a:lnTo>
                  <a:pt x="3777386" y="1681759"/>
                </a:lnTo>
                <a:cubicBezTo>
                  <a:pt x="3777386" y="1622228"/>
                  <a:pt x="3779569" y="1585616"/>
                  <a:pt x="3783934" y="1571924"/>
                </a:cubicBezTo>
                <a:cubicBezTo>
                  <a:pt x="3788300" y="1558232"/>
                  <a:pt x="3799016" y="1551386"/>
                  <a:pt x="3816081" y="1551386"/>
                </a:cubicBezTo>
                <a:cubicBezTo>
                  <a:pt x="3832353" y="1551386"/>
                  <a:pt x="3842275" y="1557339"/>
                  <a:pt x="3845847" y="1569245"/>
                </a:cubicBezTo>
                <a:cubicBezTo>
                  <a:pt x="3849419" y="1581151"/>
                  <a:pt x="3851205" y="1614290"/>
                  <a:pt x="3851205" y="1668662"/>
                </a:cubicBezTo>
                <a:lnTo>
                  <a:pt x="3851205" y="2215754"/>
                </a:lnTo>
                <a:lnTo>
                  <a:pt x="4091711" y="2215754"/>
                </a:lnTo>
                <a:lnTo>
                  <a:pt x="4091711" y="1662114"/>
                </a:lnTo>
                <a:cubicBezTo>
                  <a:pt x="4091711" y="1593057"/>
                  <a:pt x="4087941" y="1543746"/>
                  <a:pt x="4080400" y="1514178"/>
                </a:cubicBezTo>
                <a:cubicBezTo>
                  <a:pt x="4072859" y="1484611"/>
                  <a:pt x="4055992" y="1460104"/>
                  <a:pt x="4029798" y="1440657"/>
                </a:cubicBezTo>
                <a:cubicBezTo>
                  <a:pt x="4003605" y="1421210"/>
                  <a:pt x="3969870" y="1411487"/>
                  <a:pt x="3928595" y="1411487"/>
                </a:cubicBezTo>
                <a:close/>
                <a:moveTo>
                  <a:pt x="2862986" y="1411487"/>
                </a:moveTo>
                <a:cubicBezTo>
                  <a:pt x="2810202" y="1411487"/>
                  <a:pt x="2763866" y="1419623"/>
                  <a:pt x="2723980" y="1435895"/>
                </a:cubicBezTo>
                <a:cubicBezTo>
                  <a:pt x="2684095" y="1452167"/>
                  <a:pt x="2655817" y="1475285"/>
                  <a:pt x="2639148" y="1505249"/>
                </a:cubicBezTo>
                <a:cubicBezTo>
                  <a:pt x="2622480" y="1535213"/>
                  <a:pt x="2614145" y="1581746"/>
                  <a:pt x="2614145" y="1644849"/>
                </a:cubicBezTo>
                <a:cubicBezTo>
                  <a:pt x="2614145" y="1689300"/>
                  <a:pt x="2621884" y="1727697"/>
                  <a:pt x="2637362" y="1760043"/>
                </a:cubicBezTo>
                <a:cubicBezTo>
                  <a:pt x="2652841" y="1792388"/>
                  <a:pt x="2695902" y="1828404"/>
                  <a:pt x="2766545" y="1868092"/>
                </a:cubicBezTo>
                <a:cubicBezTo>
                  <a:pt x="2850683" y="1914923"/>
                  <a:pt x="2897316" y="1943101"/>
                  <a:pt x="2906444" y="1952626"/>
                </a:cubicBezTo>
                <a:cubicBezTo>
                  <a:pt x="2915175" y="1962151"/>
                  <a:pt x="2919541" y="1985765"/>
                  <a:pt x="2919541" y="2023468"/>
                </a:cubicBezTo>
                <a:cubicBezTo>
                  <a:pt x="2919541" y="2050853"/>
                  <a:pt x="2916167" y="2068811"/>
                  <a:pt x="2909420" y="2077344"/>
                </a:cubicBezTo>
                <a:cubicBezTo>
                  <a:pt x="2902673" y="2085877"/>
                  <a:pt x="2890767" y="2090143"/>
                  <a:pt x="2873702" y="2090143"/>
                </a:cubicBezTo>
                <a:cubicBezTo>
                  <a:pt x="2857827" y="2090143"/>
                  <a:pt x="2847210" y="2083793"/>
                  <a:pt x="2841852" y="2071093"/>
                </a:cubicBezTo>
                <a:cubicBezTo>
                  <a:pt x="2836495" y="2058393"/>
                  <a:pt x="2833816" y="2030811"/>
                  <a:pt x="2833816" y="1988345"/>
                </a:cubicBezTo>
                <a:lnTo>
                  <a:pt x="2833816" y="1938339"/>
                </a:lnTo>
                <a:lnTo>
                  <a:pt x="2620694" y="1938339"/>
                </a:lnTo>
                <a:lnTo>
                  <a:pt x="2620694" y="1976439"/>
                </a:lnTo>
                <a:cubicBezTo>
                  <a:pt x="2620694" y="2042320"/>
                  <a:pt x="2628830" y="2091532"/>
                  <a:pt x="2645102" y="2124076"/>
                </a:cubicBezTo>
                <a:cubicBezTo>
                  <a:pt x="2661373" y="2156620"/>
                  <a:pt x="2691238" y="2182417"/>
                  <a:pt x="2734696" y="2201467"/>
                </a:cubicBezTo>
                <a:cubicBezTo>
                  <a:pt x="2778154" y="2220517"/>
                  <a:pt x="2830442" y="2230042"/>
                  <a:pt x="2891561" y="2230042"/>
                </a:cubicBezTo>
                <a:cubicBezTo>
                  <a:pt x="2946726" y="2230042"/>
                  <a:pt x="2993856" y="2221211"/>
                  <a:pt x="3032948" y="2203550"/>
                </a:cubicBezTo>
                <a:cubicBezTo>
                  <a:pt x="3072040" y="2185889"/>
                  <a:pt x="3099920" y="2160688"/>
                  <a:pt x="3116589" y="2127946"/>
                </a:cubicBezTo>
                <a:cubicBezTo>
                  <a:pt x="3133258" y="2095203"/>
                  <a:pt x="3141592" y="2046685"/>
                  <a:pt x="3141592" y="1982392"/>
                </a:cubicBezTo>
                <a:cubicBezTo>
                  <a:pt x="3141592" y="1924845"/>
                  <a:pt x="3130678" y="1880990"/>
                  <a:pt x="3108850" y="1850828"/>
                </a:cubicBezTo>
                <a:cubicBezTo>
                  <a:pt x="3087022" y="1820665"/>
                  <a:pt x="3041183" y="1788518"/>
                  <a:pt x="2971333" y="1754387"/>
                </a:cubicBezTo>
                <a:cubicBezTo>
                  <a:pt x="2918945" y="1728590"/>
                  <a:pt x="2884318" y="1708945"/>
                  <a:pt x="2867451" y="1695451"/>
                </a:cubicBezTo>
                <a:cubicBezTo>
                  <a:pt x="2850584" y="1681957"/>
                  <a:pt x="2840463" y="1669555"/>
                  <a:pt x="2837090" y="1658244"/>
                </a:cubicBezTo>
                <a:cubicBezTo>
                  <a:pt x="2833716" y="1646933"/>
                  <a:pt x="2832030" y="1629173"/>
                  <a:pt x="2832030" y="1604964"/>
                </a:cubicBezTo>
                <a:cubicBezTo>
                  <a:pt x="2832030" y="1587104"/>
                  <a:pt x="2835403" y="1573710"/>
                  <a:pt x="2842150" y="1564780"/>
                </a:cubicBezTo>
                <a:cubicBezTo>
                  <a:pt x="2848897" y="1555850"/>
                  <a:pt x="2859017" y="1551386"/>
                  <a:pt x="2872511" y="1551386"/>
                </a:cubicBezTo>
                <a:cubicBezTo>
                  <a:pt x="2889180" y="1551386"/>
                  <a:pt x="2899598" y="1556247"/>
                  <a:pt x="2903765" y="1565971"/>
                </a:cubicBezTo>
                <a:cubicBezTo>
                  <a:pt x="2907932" y="1575694"/>
                  <a:pt x="2910016" y="1598812"/>
                  <a:pt x="2910016" y="1635325"/>
                </a:cubicBezTo>
                <a:lnTo>
                  <a:pt x="2910016" y="1678187"/>
                </a:lnTo>
                <a:lnTo>
                  <a:pt x="3123137" y="1678187"/>
                </a:lnTo>
                <a:lnTo>
                  <a:pt x="3123137" y="1632348"/>
                </a:lnTo>
                <a:cubicBezTo>
                  <a:pt x="3123137" y="1592660"/>
                  <a:pt x="3121054" y="1563490"/>
                  <a:pt x="3116887" y="1544837"/>
                </a:cubicBezTo>
                <a:cubicBezTo>
                  <a:pt x="3112720" y="1526184"/>
                  <a:pt x="3100813" y="1505943"/>
                  <a:pt x="3081168" y="1484115"/>
                </a:cubicBezTo>
                <a:cubicBezTo>
                  <a:pt x="3061523" y="1462287"/>
                  <a:pt x="3033344" y="1444725"/>
                  <a:pt x="2996634" y="1431430"/>
                </a:cubicBezTo>
                <a:cubicBezTo>
                  <a:pt x="2959923" y="1418135"/>
                  <a:pt x="2915373" y="1411487"/>
                  <a:pt x="2862986" y="1411487"/>
                </a:cubicBezTo>
                <a:close/>
                <a:moveTo>
                  <a:pt x="3203505" y="1251943"/>
                </a:moveTo>
                <a:lnTo>
                  <a:pt x="3203505" y="1377554"/>
                </a:lnTo>
                <a:lnTo>
                  <a:pt x="3451155" y="1377554"/>
                </a:lnTo>
                <a:lnTo>
                  <a:pt x="3451155" y="1251943"/>
                </a:lnTo>
                <a:close/>
                <a:moveTo>
                  <a:pt x="1324698" y="1251943"/>
                </a:moveTo>
                <a:lnTo>
                  <a:pt x="1324698" y="2215754"/>
                </a:lnTo>
                <a:lnTo>
                  <a:pt x="1614616" y="2215754"/>
                </a:lnTo>
                <a:cubicBezTo>
                  <a:pt x="1715422" y="2215754"/>
                  <a:pt x="1782097" y="2209996"/>
                  <a:pt x="1814641" y="2198481"/>
                </a:cubicBezTo>
                <a:cubicBezTo>
                  <a:pt x="1847185" y="2186965"/>
                  <a:pt x="1870898" y="2165522"/>
                  <a:pt x="1885781" y="2134150"/>
                </a:cubicBezTo>
                <a:cubicBezTo>
                  <a:pt x="1900663" y="2102778"/>
                  <a:pt x="1908105" y="2054530"/>
                  <a:pt x="1908105" y="1989405"/>
                </a:cubicBezTo>
                <a:lnTo>
                  <a:pt x="1908105" y="1900062"/>
                </a:lnTo>
                <a:cubicBezTo>
                  <a:pt x="1908105" y="1837318"/>
                  <a:pt x="1897786" y="1790757"/>
                  <a:pt x="1877149" y="1760378"/>
                </a:cubicBezTo>
                <a:cubicBezTo>
                  <a:pt x="1856511" y="1729998"/>
                  <a:pt x="1817220" y="1708257"/>
                  <a:pt x="1759277" y="1695153"/>
                </a:cubicBezTo>
                <a:cubicBezTo>
                  <a:pt x="1811267" y="1683253"/>
                  <a:pt x="1846093" y="1666198"/>
                  <a:pt x="1863754" y="1643989"/>
                </a:cubicBezTo>
                <a:cubicBezTo>
                  <a:pt x="1881415" y="1621780"/>
                  <a:pt x="1890246" y="1582515"/>
                  <a:pt x="1890246" y="1526196"/>
                </a:cubicBezTo>
                <a:cubicBezTo>
                  <a:pt x="1890246" y="1442908"/>
                  <a:pt x="1877744" y="1382525"/>
                  <a:pt x="1852741" y="1345045"/>
                </a:cubicBezTo>
                <a:cubicBezTo>
                  <a:pt x="1827738" y="1307565"/>
                  <a:pt x="1794896" y="1282678"/>
                  <a:pt x="1754216" y="1270384"/>
                </a:cubicBezTo>
                <a:cubicBezTo>
                  <a:pt x="1713537" y="1258090"/>
                  <a:pt x="1653708" y="1251943"/>
                  <a:pt x="1574730" y="1251943"/>
                </a:cubicBezTo>
                <a:close/>
                <a:moveTo>
                  <a:pt x="0" y="0"/>
                </a:moveTo>
                <a:lnTo>
                  <a:pt x="6096001" y="0"/>
                </a:lnTo>
                <a:lnTo>
                  <a:pt x="6096001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818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39 -0.01968 L -0.02422 0.1136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81481E-6 L -0.87175 0.0009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594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2.22222E-6 L -0.86927 -0.0131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464" y="-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11111E-6 L -0.86927 -0.0099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464" y="-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5144-536A-EB70-4788-127D3991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C940A53-6C53-1274-86A9-5B19FAB30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7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CAD271-89D0-5CFD-CBD0-A1F044B748E3}"/>
              </a:ext>
            </a:extLst>
          </p:cNvPr>
          <p:cNvSpPr txBox="1"/>
          <p:nvPr/>
        </p:nvSpPr>
        <p:spPr>
          <a:xfrm>
            <a:off x="308957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56A51-1647-BDBD-0928-BD8B88CF431C}"/>
              </a:ext>
            </a:extLst>
          </p:cNvPr>
          <p:cNvSpPr txBox="1"/>
          <p:nvPr/>
        </p:nvSpPr>
        <p:spPr>
          <a:xfrm>
            <a:off x="1802477" y="-85805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Objectives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9AE80A2-0BC4-5918-F39F-8F8572B51112}"/>
              </a:ext>
            </a:extLst>
          </p:cNvPr>
          <p:cNvGrpSpPr/>
          <p:nvPr/>
        </p:nvGrpSpPr>
        <p:grpSpPr>
          <a:xfrm>
            <a:off x="1272562" y="7310352"/>
            <a:ext cx="4566124" cy="5018962"/>
            <a:chOff x="1216811" y="992194"/>
            <a:chExt cx="9250680" cy="1112520"/>
          </a:xfrm>
        </p:grpSpPr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3716733B-7AB4-446D-3625-4F360B7E190C}"/>
                </a:ext>
              </a:extLst>
            </p:cNvPr>
            <p:cNvSpPr/>
            <p:nvPr/>
          </p:nvSpPr>
          <p:spPr>
            <a:xfrm flipV="1">
              <a:off x="1216811" y="992194"/>
              <a:ext cx="9250680" cy="111252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02ED674-6140-2A52-8D00-AD770BC4E577}"/>
                </a:ext>
              </a:extLst>
            </p:cNvPr>
            <p:cNvSpPr txBox="1"/>
            <p:nvPr/>
          </p:nvSpPr>
          <p:spPr>
            <a:xfrm>
              <a:off x="3309021" y="1165016"/>
              <a:ext cx="5467386" cy="839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Onboard enterprise-level data analytics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centralize data and bring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transparency across markets and functions like Finance, Sales,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Mareting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Supply Chain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E7F6595-234E-D778-CB45-BD56D991356B}"/>
              </a:ext>
            </a:extLst>
          </p:cNvPr>
          <p:cNvGrpSpPr/>
          <p:nvPr/>
        </p:nvGrpSpPr>
        <p:grpSpPr>
          <a:xfrm>
            <a:off x="5003969" y="7310352"/>
            <a:ext cx="4566124" cy="5018962"/>
            <a:chOff x="1216811" y="992194"/>
            <a:chExt cx="9250680" cy="1112520"/>
          </a:xfrm>
        </p:grpSpPr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F437AA9-6B37-B6A5-B8D7-7ED18E959784}"/>
                </a:ext>
              </a:extLst>
            </p:cNvPr>
            <p:cNvSpPr/>
            <p:nvPr/>
          </p:nvSpPr>
          <p:spPr>
            <a:xfrm flipV="1">
              <a:off x="1216811" y="992194"/>
              <a:ext cx="9250680" cy="111252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DCBAD92-2231-9F2C-5767-41057E8512FF}"/>
                </a:ext>
              </a:extLst>
            </p:cNvPr>
            <p:cNvSpPr txBox="1"/>
            <p:nvPr/>
          </p:nvSpPr>
          <p:spPr>
            <a:xfrm>
              <a:off x="3108457" y="1287817"/>
              <a:ext cx="5467388" cy="675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Enable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data-driven strategic decision-making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by analyzing customer demographics, consumption patterns, and income levels.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F3A843-4D30-F21A-D715-D106CE93F3B2}"/>
              </a:ext>
            </a:extLst>
          </p:cNvPr>
          <p:cNvGrpSpPr/>
          <p:nvPr/>
        </p:nvGrpSpPr>
        <p:grpSpPr>
          <a:xfrm>
            <a:off x="8735376" y="7310352"/>
            <a:ext cx="4566124" cy="5018962"/>
            <a:chOff x="1216811" y="992194"/>
            <a:chExt cx="9250680" cy="1112520"/>
          </a:xfrm>
        </p:grpSpPr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AF501A7F-D347-49D0-20E7-EAAF00BDD4F0}"/>
                </a:ext>
              </a:extLst>
            </p:cNvPr>
            <p:cNvSpPr/>
            <p:nvPr/>
          </p:nvSpPr>
          <p:spPr>
            <a:xfrm flipV="1">
              <a:off x="1216811" y="992194"/>
              <a:ext cx="9250680" cy="111252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5797CD-9CD3-6121-3A16-21CA8E4C8C48}"/>
                </a:ext>
              </a:extLst>
            </p:cNvPr>
            <p:cNvSpPr txBox="1"/>
            <p:nvPr/>
          </p:nvSpPr>
          <p:spPr>
            <a:xfrm>
              <a:off x="3108457" y="1287817"/>
              <a:ext cx="5467388" cy="593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Deliver a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Business Insight 360° dashboard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support leadership decisions and drive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incremental profit growth (~10%)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B213D7E-A85B-CF5B-FA29-535179560C8A}"/>
              </a:ext>
            </a:extLst>
          </p:cNvPr>
          <p:cNvSpPr txBox="1"/>
          <p:nvPr/>
        </p:nvSpPr>
        <p:spPr>
          <a:xfrm>
            <a:off x="1605104" y="-138127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Problem Statement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F2E577-65E8-075A-1F50-6346224306CA}"/>
              </a:ext>
            </a:extLst>
          </p:cNvPr>
          <p:cNvGrpSpPr/>
          <p:nvPr/>
        </p:nvGrpSpPr>
        <p:grpSpPr>
          <a:xfrm>
            <a:off x="12496800" y="1093478"/>
            <a:ext cx="9250680" cy="1200329"/>
            <a:chOff x="1676400" y="1000462"/>
            <a:chExt cx="9250680" cy="1200329"/>
          </a:xfrm>
        </p:grpSpPr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991DA839-AE06-D489-F869-10407B5A2246}"/>
                </a:ext>
              </a:extLst>
            </p:cNvPr>
            <p:cNvSpPr/>
            <p:nvPr/>
          </p:nvSpPr>
          <p:spPr>
            <a:xfrm flipV="1">
              <a:off x="1676400" y="1082040"/>
              <a:ext cx="9250680" cy="111252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2BE0119-70FC-F414-F431-721D7086F6DD}"/>
                </a:ext>
              </a:extLst>
            </p:cNvPr>
            <p:cNvSpPr txBox="1"/>
            <p:nvPr/>
          </p:nvSpPr>
          <p:spPr>
            <a:xfrm>
              <a:off x="2031824" y="1000462"/>
              <a:ext cx="856488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Business decisions were primarily based on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limited surveys and intuition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leading to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significant financial losses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despite market expansion efforts in Latin America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D08F265-6F65-B68D-FBD1-52F5B40FC2DA}"/>
              </a:ext>
            </a:extLst>
          </p:cNvPr>
          <p:cNvGrpSpPr/>
          <p:nvPr/>
        </p:nvGrpSpPr>
        <p:grpSpPr>
          <a:xfrm>
            <a:off x="12496800" y="2811778"/>
            <a:ext cx="9250680" cy="1112520"/>
            <a:chOff x="1676400" y="1082040"/>
            <a:chExt cx="9250680" cy="1112520"/>
          </a:xfrm>
        </p:grpSpPr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A9A38700-01C1-DBE4-B69D-CD4020841F9A}"/>
                </a:ext>
              </a:extLst>
            </p:cNvPr>
            <p:cNvSpPr/>
            <p:nvPr/>
          </p:nvSpPr>
          <p:spPr>
            <a:xfrm flipV="1">
              <a:off x="1676400" y="1082040"/>
              <a:ext cx="9250680" cy="111252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63ACE17-66E9-633B-4EAA-7B83FC962D0C}"/>
                </a:ext>
              </a:extLst>
            </p:cNvPr>
            <p:cNvSpPr txBox="1"/>
            <p:nvPr/>
          </p:nvSpPr>
          <p:spPr>
            <a:xfrm>
              <a:off x="2019300" y="1241434"/>
              <a:ext cx="85648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company has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scaled beyond Excel-based analysis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causing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silos, limited transparency, and slower decision-making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4D61BC-B500-9445-089D-E20085621F7F}"/>
              </a:ext>
            </a:extLst>
          </p:cNvPr>
          <p:cNvGrpSpPr/>
          <p:nvPr/>
        </p:nvGrpSpPr>
        <p:grpSpPr>
          <a:xfrm>
            <a:off x="12496800" y="4442269"/>
            <a:ext cx="9250680" cy="1200329"/>
            <a:chOff x="1676400" y="1013273"/>
            <a:chExt cx="9250680" cy="1200329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E0E71971-D554-FB18-AC66-3B93BA7D4C23}"/>
                </a:ext>
              </a:extLst>
            </p:cNvPr>
            <p:cNvSpPr/>
            <p:nvPr/>
          </p:nvSpPr>
          <p:spPr>
            <a:xfrm flipV="1">
              <a:off x="1676400" y="1082040"/>
              <a:ext cx="9250680" cy="111252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5DA1F66-DB7F-B983-ADF9-892E7D3B6802}"/>
                </a:ext>
              </a:extLst>
            </p:cNvPr>
            <p:cNvSpPr txBox="1"/>
            <p:nvPr/>
          </p:nvSpPr>
          <p:spPr>
            <a:xfrm>
              <a:off x="2116885" y="1013273"/>
              <a:ext cx="856488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Strong competition from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data-mature competitors (e.g., Dell)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with advanced analytics capabilities is impacting market position and growth.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0793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995 -0.09444 L -0.02995 0.1555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96296E-6 L -0.09037 -0.9069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18" y="-4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96296E-6 L -0.09766 -0.9027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83" y="-4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96296E-6 L -0.11068 -0.9027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34" y="-4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9A468-84F9-C100-33E0-291688B20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AECDE6C-8F74-4081-0480-52610BC05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7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2B1276-7D55-C35C-E625-DAD978EEEE55}"/>
              </a:ext>
            </a:extLst>
          </p:cNvPr>
          <p:cNvSpPr txBox="1"/>
          <p:nvPr/>
        </p:nvSpPr>
        <p:spPr>
          <a:xfrm>
            <a:off x="308957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D9B1C-43C4-D49C-6129-A5800FA3507B}"/>
              </a:ext>
            </a:extLst>
          </p:cNvPr>
          <p:cNvSpPr txBox="1"/>
          <p:nvPr/>
        </p:nvSpPr>
        <p:spPr>
          <a:xfrm>
            <a:off x="1802477" y="-85805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Objectives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FD14028-FBC6-B2A5-CF1E-29E55DCD3A2E}"/>
              </a:ext>
            </a:extLst>
          </p:cNvPr>
          <p:cNvGrpSpPr/>
          <p:nvPr/>
        </p:nvGrpSpPr>
        <p:grpSpPr>
          <a:xfrm>
            <a:off x="1272562" y="7310352"/>
            <a:ext cx="4566124" cy="5018962"/>
            <a:chOff x="1216811" y="992194"/>
            <a:chExt cx="9250680" cy="1112520"/>
          </a:xfrm>
        </p:grpSpPr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35A1D663-A699-0AC5-5C8F-3ACF5F51A2FC}"/>
                </a:ext>
              </a:extLst>
            </p:cNvPr>
            <p:cNvSpPr/>
            <p:nvPr/>
          </p:nvSpPr>
          <p:spPr>
            <a:xfrm flipV="1">
              <a:off x="1216811" y="992194"/>
              <a:ext cx="9250680" cy="111252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949E23B-5FF1-4C46-15C3-2FCC6736C262}"/>
                </a:ext>
              </a:extLst>
            </p:cNvPr>
            <p:cNvSpPr txBox="1"/>
            <p:nvPr/>
          </p:nvSpPr>
          <p:spPr>
            <a:xfrm>
              <a:off x="3108457" y="1287817"/>
              <a:ext cx="5467386" cy="225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They are opening a new market in south </a:t>
              </a:r>
              <a:r>
                <a:rPr lang="en-IN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america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6CCD427-1225-1233-C038-CDFAC93BFF92}"/>
              </a:ext>
            </a:extLst>
          </p:cNvPr>
          <p:cNvGrpSpPr/>
          <p:nvPr/>
        </p:nvGrpSpPr>
        <p:grpSpPr>
          <a:xfrm>
            <a:off x="5003969" y="7310352"/>
            <a:ext cx="4566124" cy="5018962"/>
            <a:chOff x="1216811" y="992194"/>
            <a:chExt cx="9250680" cy="1112520"/>
          </a:xfrm>
        </p:grpSpPr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7C6C3255-30A2-3CB4-0FE8-ED2BD4EDACC6}"/>
                </a:ext>
              </a:extLst>
            </p:cNvPr>
            <p:cNvSpPr/>
            <p:nvPr/>
          </p:nvSpPr>
          <p:spPr>
            <a:xfrm flipV="1">
              <a:off x="1216811" y="992194"/>
              <a:ext cx="9250680" cy="111252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470EE4C-DDFE-7DB0-65CB-0AEE03CDEE16}"/>
                </a:ext>
              </a:extLst>
            </p:cNvPr>
            <p:cNvSpPr txBox="1"/>
            <p:nvPr/>
          </p:nvSpPr>
          <p:spPr>
            <a:xfrm>
              <a:off x="3108457" y="1287817"/>
              <a:ext cx="5467388" cy="225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They are opening a new market in south </a:t>
              </a:r>
              <a:r>
                <a:rPr lang="en-IN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america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88E7535-DFB2-1489-33B4-961AEF02AF36}"/>
              </a:ext>
            </a:extLst>
          </p:cNvPr>
          <p:cNvGrpSpPr/>
          <p:nvPr/>
        </p:nvGrpSpPr>
        <p:grpSpPr>
          <a:xfrm>
            <a:off x="8735376" y="7310352"/>
            <a:ext cx="4566124" cy="5018962"/>
            <a:chOff x="1216811" y="992194"/>
            <a:chExt cx="9250680" cy="1112520"/>
          </a:xfrm>
        </p:grpSpPr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1AA541B5-BC59-F40B-B934-33C1DCF0B055}"/>
                </a:ext>
              </a:extLst>
            </p:cNvPr>
            <p:cNvSpPr/>
            <p:nvPr/>
          </p:nvSpPr>
          <p:spPr>
            <a:xfrm flipV="1">
              <a:off x="1216811" y="992194"/>
              <a:ext cx="9250680" cy="111252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3FADCC5-1C6E-EFBE-8FC3-848C2805EEDD}"/>
                </a:ext>
              </a:extLst>
            </p:cNvPr>
            <p:cNvSpPr txBox="1"/>
            <p:nvPr/>
          </p:nvSpPr>
          <p:spPr>
            <a:xfrm>
              <a:off x="3108457" y="1287817"/>
              <a:ext cx="5467388" cy="225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They are opening a new market in south </a:t>
              </a:r>
              <a:r>
                <a:rPr lang="en-IN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america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526799D-2575-4E1A-C636-274AAB299AD2}"/>
              </a:ext>
            </a:extLst>
          </p:cNvPr>
          <p:cNvSpPr txBox="1"/>
          <p:nvPr/>
        </p:nvSpPr>
        <p:spPr>
          <a:xfrm>
            <a:off x="1802477" y="-125429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Views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E59D28-8E71-2F51-DA71-EF1756C6E4DF}"/>
              </a:ext>
            </a:extLst>
          </p:cNvPr>
          <p:cNvGrpSpPr/>
          <p:nvPr/>
        </p:nvGrpSpPr>
        <p:grpSpPr>
          <a:xfrm>
            <a:off x="8440904" y="1223282"/>
            <a:ext cx="2229197" cy="2229197"/>
            <a:chOff x="1091677" y="1258563"/>
            <a:chExt cx="2229197" cy="22291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3EDF459-774C-9F81-380F-F58FB9778A4C}"/>
                </a:ext>
              </a:extLst>
            </p:cNvPr>
            <p:cNvSpPr/>
            <p:nvPr/>
          </p:nvSpPr>
          <p:spPr>
            <a:xfrm>
              <a:off x="1091677" y="1258563"/>
              <a:ext cx="2229197" cy="222919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DAC73A-ABF4-9A02-A7CE-F88B104B2318}"/>
                </a:ext>
              </a:extLst>
            </p:cNvPr>
            <p:cNvSpPr txBox="1"/>
            <p:nvPr/>
          </p:nvSpPr>
          <p:spPr>
            <a:xfrm>
              <a:off x="1802477" y="2126704"/>
              <a:ext cx="1447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Sales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AD1DDA3-A200-3FE9-A670-57A37B884F02}"/>
              </a:ext>
            </a:extLst>
          </p:cNvPr>
          <p:cNvGrpSpPr/>
          <p:nvPr/>
        </p:nvGrpSpPr>
        <p:grpSpPr>
          <a:xfrm>
            <a:off x="1272562" y="1223282"/>
            <a:ext cx="2229197" cy="2229197"/>
            <a:chOff x="1091677" y="1258563"/>
            <a:chExt cx="2229197" cy="222919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98A4B9E-147B-8D1E-8D22-5215E715CFC5}"/>
                </a:ext>
              </a:extLst>
            </p:cNvPr>
            <p:cNvSpPr/>
            <p:nvPr/>
          </p:nvSpPr>
          <p:spPr>
            <a:xfrm>
              <a:off x="1091677" y="1258563"/>
              <a:ext cx="2229197" cy="222919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85A7DA-BD16-3BA9-6211-564BCC7DCD8E}"/>
                </a:ext>
              </a:extLst>
            </p:cNvPr>
            <p:cNvSpPr txBox="1"/>
            <p:nvPr/>
          </p:nvSpPr>
          <p:spPr>
            <a:xfrm>
              <a:off x="1291243" y="2099502"/>
              <a:ext cx="1886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Finance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2E9E6B-EA14-FD35-DEA7-FB764E3CC99C}"/>
              </a:ext>
            </a:extLst>
          </p:cNvPr>
          <p:cNvGrpSpPr/>
          <p:nvPr/>
        </p:nvGrpSpPr>
        <p:grpSpPr>
          <a:xfrm>
            <a:off x="4814594" y="1223282"/>
            <a:ext cx="2229197" cy="2229197"/>
            <a:chOff x="1091677" y="1258563"/>
            <a:chExt cx="2229197" cy="222919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7D110F8-1183-2160-F716-F16B31687A31}"/>
                </a:ext>
              </a:extLst>
            </p:cNvPr>
            <p:cNvSpPr/>
            <p:nvPr/>
          </p:nvSpPr>
          <p:spPr>
            <a:xfrm>
              <a:off x="1091677" y="1258563"/>
              <a:ext cx="2229197" cy="222919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FBAC4D-0CE1-C668-1DEC-F85D41049F79}"/>
                </a:ext>
              </a:extLst>
            </p:cNvPr>
            <p:cNvSpPr txBox="1"/>
            <p:nvPr/>
          </p:nvSpPr>
          <p:spPr>
            <a:xfrm>
              <a:off x="1091677" y="2126704"/>
              <a:ext cx="2158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Marketing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6ACAA7-163B-2EFF-4448-5124988B7810}"/>
              </a:ext>
            </a:extLst>
          </p:cNvPr>
          <p:cNvGrpSpPr/>
          <p:nvPr/>
        </p:nvGrpSpPr>
        <p:grpSpPr>
          <a:xfrm>
            <a:off x="6627749" y="3523042"/>
            <a:ext cx="2229197" cy="2229197"/>
            <a:chOff x="1091677" y="1258563"/>
            <a:chExt cx="2229197" cy="222919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8D40A05-27D6-CA8F-0C6E-9875C42D3444}"/>
                </a:ext>
              </a:extLst>
            </p:cNvPr>
            <p:cNvSpPr/>
            <p:nvPr/>
          </p:nvSpPr>
          <p:spPr>
            <a:xfrm>
              <a:off x="1091677" y="1258563"/>
              <a:ext cx="2229197" cy="222919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3C9FA3-93A7-97F7-E799-C5EFFE622303}"/>
                </a:ext>
              </a:extLst>
            </p:cNvPr>
            <p:cNvSpPr txBox="1"/>
            <p:nvPr/>
          </p:nvSpPr>
          <p:spPr>
            <a:xfrm>
              <a:off x="1091677" y="2126704"/>
              <a:ext cx="2158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Executive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57BAEF1-ED14-7870-EB95-F569EF3F24FF}"/>
              </a:ext>
            </a:extLst>
          </p:cNvPr>
          <p:cNvGrpSpPr/>
          <p:nvPr/>
        </p:nvGrpSpPr>
        <p:grpSpPr>
          <a:xfrm>
            <a:off x="2947890" y="3523042"/>
            <a:ext cx="2229197" cy="2229197"/>
            <a:chOff x="1091677" y="1258563"/>
            <a:chExt cx="2229197" cy="2229197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C65EFAB-2A5F-F2AC-201D-299FFF2D33BC}"/>
                </a:ext>
              </a:extLst>
            </p:cNvPr>
            <p:cNvSpPr/>
            <p:nvPr/>
          </p:nvSpPr>
          <p:spPr>
            <a:xfrm>
              <a:off x="1091677" y="1258563"/>
              <a:ext cx="2229197" cy="222919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F8BF505-7F40-4A2E-94CE-DF7D04127DCF}"/>
                </a:ext>
              </a:extLst>
            </p:cNvPr>
            <p:cNvSpPr txBox="1"/>
            <p:nvPr/>
          </p:nvSpPr>
          <p:spPr>
            <a:xfrm>
              <a:off x="1091677" y="2126704"/>
              <a:ext cx="2158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Supply Chain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7654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0.02916 L 3.54167E-6 0.220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D629C-A9B0-54AA-31F1-EDAF6F208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9C054B-AFD6-238B-7ECB-29F0F0DA8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7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0B4106-4601-9D6B-ED24-584B647E7239}"/>
              </a:ext>
            </a:extLst>
          </p:cNvPr>
          <p:cNvSpPr txBox="1"/>
          <p:nvPr/>
        </p:nvSpPr>
        <p:spPr>
          <a:xfrm>
            <a:off x="308957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68B270-9AE2-73BE-58A5-B0E60B465A93}"/>
              </a:ext>
            </a:extLst>
          </p:cNvPr>
          <p:cNvSpPr txBox="1"/>
          <p:nvPr/>
        </p:nvSpPr>
        <p:spPr>
          <a:xfrm>
            <a:off x="1802477" y="-125429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Views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C0B91BA-6960-CBC0-37C1-6C4C572AE6FC}"/>
              </a:ext>
            </a:extLst>
          </p:cNvPr>
          <p:cNvGrpSpPr/>
          <p:nvPr/>
        </p:nvGrpSpPr>
        <p:grpSpPr>
          <a:xfrm>
            <a:off x="-2869277" y="1341340"/>
            <a:ext cx="2229197" cy="2229197"/>
            <a:chOff x="1091677" y="1258563"/>
            <a:chExt cx="2229197" cy="22291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2E6662E-124B-C3DA-C28D-EDBBCBB4BEEF}"/>
                </a:ext>
              </a:extLst>
            </p:cNvPr>
            <p:cNvSpPr/>
            <p:nvPr/>
          </p:nvSpPr>
          <p:spPr>
            <a:xfrm>
              <a:off x="1091677" y="1258563"/>
              <a:ext cx="2229197" cy="222919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8E15779-E3BB-F5BF-A169-F79A014137B0}"/>
                </a:ext>
              </a:extLst>
            </p:cNvPr>
            <p:cNvSpPr txBox="1"/>
            <p:nvPr/>
          </p:nvSpPr>
          <p:spPr>
            <a:xfrm>
              <a:off x="1802477" y="2126704"/>
              <a:ext cx="1447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Sales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90ABC8F-A5F5-C3DC-C606-A83E9264BE09}"/>
              </a:ext>
            </a:extLst>
          </p:cNvPr>
          <p:cNvGrpSpPr/>
          <p:nvPr/>
        </p:nvGrpSpPr>
        <p:grpSpPr>
          <a:xfrm>
            <a:off x="-10037619" y="1341340"/>
            <a:ext cx="2229197" cy="2229197"/>
            <a:chOff x="1091677" y="1258563"/>
            <a:chExt cx="2229197" cy="222919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4E9A401-D854-5F21-A866-93B15943AA85}"/>
                </a:ext>
              </a:extLst>
            </p:cNvPr>
            <p:cNvSpPr/>
            <p:nvPr/>
          </p:nvSpPr>
          <p:spPr>
            <a:xfrm>
              <a:off x="1091677" y="1258563"/>
              <a:ext cx="2229197" cy="222919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F47329A-F0DB-C507-84B1-6DDC206AE9C2}"/>
                </a:ext>
              </a:extLst>
            </p:cNvPr>
            <p:cNvSpPr txBox="1"/>
            <p:nvPr/>
          </p:nvSpPr>
          <p:spPr>
            <a:xfrm>
              <a:off x="1291243" y="2099502"/>
              <a:ext cx="1886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Finance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EDCF431-A1DB-1DA1-FB62-8B80D86F7F96}"/>
              </a:ext>
            </a:extLst>
          </p:cNvPr>
          <p:cNvGrpSpPr/>
          <p:nvPr/>
        </p:nvGrpSpPr>
        <p:grpSpPr>
          <a:xfrm>
            <a:off x="-6495587" y="1341340"/>
            <a:ext cx="2229197" cy="2229197"/>
            <a:chOff x="1091677" y="1258563"/>
            <a:chExt cx="2229197" cy="222919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29DE208-DD12-F187-473A-39B3532F081B}"/>
                </a:ext>
              </a:extLst>
            </p:cNvPr>
            <p:cNvSpPr/>
            <p:nvPr/>
          </p:nvSpPr>
          <p:spPr>
            <a:xfrm>
              <a:off x="1091677" y="1258563"/>
              <a:ext cx="2229197" cy="222919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7FA5AD6-3FD6-F00E-DA90-5B2FFE17CC99}"/>
                </a:ext>
              </a:extLst>
            </p:cNvPr>
            <p:cNvSpPr txBox="1"/>
            <p:nvPr/>
          </p:nvSpPr>
          <p:spPr>
            <a:xfrm>
              <a:off x="1091677" y="2126704"/>
              <a:ext cx="2158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Marketing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3B91B7-0E4C-7828-29DA-4E1F4832EB66}"/>
              </a:ext>
            </a:extLst>
          </p:cNvPr>
          <p:cNvGrpSpPr/>
          <p:nvPr/>
        </p:nvGrpSpPr>
        <p:grpSpPr>
          <a:xfrm>
            <a:off x="-4682432" y="3641100"/>
            <a:ext cx="2229197" cy="2229197"/>
            <a:chOff x="1091677" y="1258563"/>
            <a:chExt cx="2229197" cy="222919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9C496DB-EED0-708D-2151-F92088E3CF94}"/>
                </a:ext>
              </a:extLst>
            </p:cNvPr>
            <p:cNvSpPr/>
            <p:nvPr/>
          </p:nvSpPr>
          <p:spPr>
            <a:xfrm>
              <a:off x="1091677" y="1258563"/>
              <a:ext cx="2229197" cy="222919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ED3D1B-4FF7-1B00-96C8-72125FB0FCDB}"/>
                </a:ext>
              </a:extLst>
            </p:cNvPr>
            <p:cNvSpPr txBox="1"/>
            <p:nvPr/>
          </p:nvSpPr>
          <p:spPr>
            <a:xfrm>
              <a:off x="1091677" y="2126704"/>
              <a:ext cx="2158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Executive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6FE096F-7F92-8364-0223-552D2EF14223}"/>
              </a:ext>
            </a:extLst>
          </p:cNvPr>
          <p:cNvGrpSpPr/>
          <p:nvPr/>
        </p:nvGrpSpPr>
        <p:grpSpPr>
          <a:xfrm>
            <a:off x="-8362291" y="3641100"/>
            <a:ext cx="2229197" cy="2229197"/>
            <a:chOff x="1091677" y="1258563"/>
            <a:chExt cx="2229197" cy="2229197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7BAFF7-1190-9946-EF38-68DD48A0E6FE}"/>
                </a:ext>
              </a:extLst>
            </p:cNvPr>
            <p:cNvSpPr/>
            <p:nvPr/>
          </p:nvSpPr>
          <p:spPr>
            <a:xfrm>
              <a:off x="1091677" y="1258563"/>
              <a:ext cx="2229197" cy="222919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BA61937-638B-52B3-65DA-0D07AF3D6300}"/>
                </a:ext>
              </a:extLst>
            </p:cNvPr>
            <p:cNvSpPr txBox="1"/>
            <p:nvPr/>
          </p:nvSpPr>
          <p:spPr>
            <a:xfrm>
              <a:off x="1091677" y="2126704"/>
              <a:ext cx="2158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Supply Chain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2CB5840-9604-ECAB-4E5F-33DF7E0BBADA}"/>
              </a:ext>
            </a:extLst>
          </p:cNvPr>
          <p:cNvSpPr txBox="1"/>
          <p:nvPr/>
        </p:nvSpPr>
        <p:spPr>
          <a:xfrm>
            <a:off x="1802477" y="-73107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Finance View: Insights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DDFCBB4-E471-A779-B0AE-218DD0821C07}"/>
              </a:ext>
            </a:extLst>
          </p:cNvPr>
          <p:cNvSpPr/>
          <p:nvPr/>
        </p:nvSpPr>
        <p:spPr>
          <a:xfrm>
            <a:off x="556260" y="1281828"/>
            <a:ext cx="11079480" cy="4678460"/>
          </a:xfrm>
          <a:prstGeom prst="roundRect">
            <a:avLst>
              <a:gd name="adj" fmla="val 363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E2642D-E037-935C-7498-DE3C37551C1B}"/>
              </a:ext>
            </a:extLst>
          </p:cNvPr>
          <p:cNvSpPr txBox="1"/>
          <p:nvPr/>
        </p:nvSpPr>
        <p:spPr>
          <a:xfrm>
            <a:off x="736656" y="1846229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total net sales are high at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$3.74B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business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over-dependent on APAC ($1.92B) and NA ($1.02B)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LATAM contributes only $14.8M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regional imbalance and weak market penetration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9ED703-E0CD-130E-AEED-9763D28A06C0}"/>
              </a:ext>
            </a:extLst>
          </p:cNvPr>
          <p:cNvSpPr txBox="1"/>
          <p:nvPr/>
        </p:nvSpPr>
        <p:spPr>
          <a:xfrm>
            <a:off x="736656" y="2852678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gross margin is stable at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38.08%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 (-9.94%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%) and LATAM (-6.72%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deterioration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pressure or inefficient cost structures in these regions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906008-1F11-F041-7210-CAC0976C75DB}"/>
              </a:ext>
            </a:extLst>
          </p:cNvPr>
          <p:cNvSpPr txBox="1"/>
          <p:nvPr/>
        </p:nvSpPr>
        <p:spPr>
          <a:xfrm>
            <a:off x="736656" y="3859127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profit remains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at -13.98%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driven by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operating expenses (~$1.95B)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 company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fails to convert healthy margins into profitability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770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48148E-6 L 3.54167E-6 0.14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1" grpId="0" animBg="1"/>
      <p:bldP spid="32" grpId="0"/>
      <p:bldP spid="33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01AB1-272F-1B30-9202-098588239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6401DB-6DAC-3CDD-2142-F355C4C27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7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61083F-DDE9-B854-191C-9FFA2157A751}"/>
              </a:ext>
            </a:extLst>
          </p:cNvPr>
          <p:cNvSpPr txBox="1"/>
          <p:nvPr/>
        </p:nvSpPr>
        <p:spPr>
          <a:xfrm>
            <a:off x="308957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60BD6-75DB-DDD1-5EF5-907E4E0CDE58}"/>
              </a:ext>
            </a:extLst>
          </p:cNvPr>
          <p:cNvSpPr txBox="1"/>
          <p:nvPr/>
        </p:nvSpPr>
        <p:spPr>
          <a:xfrm>
            <a:off x="1802477" y="-73107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Finance View: Insights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147E545-1D96-82E9-F4A2-8475B2B93BC0}"/>
              </a:ext>
            </a:extLst>
          </p:cNvPr>
          <p:cNvSpPr/>
          <p:nvPr/>
        </p:nvSpPr>
        <p:spPr>
          <a:xfrm>
            <a:off x="556260" y="1281828"/>
            <a:ext cx="11079480" cy="4678460"/>
          </a:xfrm>
          <a:prstGeom prst="roundRect">
            <a:avLst>
              <a:gd name="adj" fmla="val 363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AF37FE-548B-08FD-E9B1-F9E3931A7E9D}"/>
              </a:ext>
            </a:extLst>
          </p:cNvPr>
          <p:cNvSpPr txBox="1"/>
          <p:nvPr/>
        </p:nvSpPr>
        <p:spPr>
          <a:xfrm>
            <a:off x="736656" y="1789377"/>
            <a:ext cx="107186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clustered in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lower-left quadrant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Stores, Synthetic, Sonic Stores etc.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net sales (&lt;$50M) and weak gross margins (&lt;25%)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value-eroding accounts, whereas customers in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upper-right quadrant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—notably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Atliq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Exclusive,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Atliq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Store, and Leader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combine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sales ($100M–$200M+) with strong margins (≈30–40%+)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where revenue concentration is healthy and where the portfolio needs either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pricing/cost correction or customer rationalization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C3AB8F-0F06-EE7A-391A-80E20A78462E}"/>
              </a:ext>
            </a:extLst>
          </p:cNvPr>
          <p:cNvSpPr txBox="1"/>
          <p:nvPr/>
        </p:nvSpPr>
        <p:spPr>
          <a:xfrm>
            <a:off x="1802477" y="-1150047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Sales View: Insights </a:t>
            </a:r>
          </a:p>
        </p:txBody>
      </p:sp>
    </p:spTree>
    <p:extLst>
      <p:ext uri="{BB962C8B-B14F-4D97-AF65-F5344CB8AC3E}">
        <p14:creationId xmlns:p14="http://schemas.microsoft.com/office/powerpoint/2010/main" val="814208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85185E-6 L 3.54167E-6 0.202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4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6FADE-45EF-4394-6FFC-6584B4CAF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9017D3-BD62-617A-59DE-4782A49E3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7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478ECA-FB5E-6BF7-FDEC-691F187A21E2}"/>
              </a:ext>
            </a:extLst>
          </p:cNvPr>
          <p:cNvSpPr txBox="1"/>
          <p:nvPr/>
        </p:nvSpPr>
        <p:spPr>
          <a:xfrm>
            <a:off x="308957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68CE4-10C7-DC03-BB18-D12CE09652C3}"/>
              </a:ext>
            </a:extLst>
          </p:cNvPr>
          <p:cNvSpPr txBox="1"/>
          <p:nvPr/>
        </p:nvSpPr>
        <p:spPr>
          <a:xfrm>
            <a:off x="1802477" y="-73107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Marketing View: Insights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EB59852-3269-AB7C-2364-E16506B64316}"/>
              </a:ext>
            </a:extLst>
          </p:cNvPr>
          <p:cNvSpPr/>
          <p:nvPr/>
        </p:nvSpPr>
        <p:spPr>
          <a:xfrm>
            <a:off x="556260" y="1281828"/>
            <a:ext cx="11079480" cy="4678460"/>
          </a:xfrm>
          <a:prstGeom prst="roundRect">
            <a:avLst>
              <a:gd name="adj" fmla="val 363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CC5502-5CCC-2EF5-0C5F-24A3608C2A74}"/>
              </a:ext>
            </a:extLst>
          </p:cNvPr>
          <p:cNvSpPr txBox="1"/>
          <p:nvPr/>
        </p:nvSpPr>
        <p:spPr>
          <a:xfrm>
            <a:off x="736656" y="1846229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strong net sales from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 (~$1.58B)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Peripherals (~$897M)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their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profit % is deeply negative (~-14%)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spend, discounts, or promotional intensity is not translating into profitable growth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9FD2EC-1225-6998-90C1-893E2B69B980}"/>
              </a:ext>
            </a:extLst>
          </p:cNvPr>
          <p:cNvSpPr txBox="1"/>
          <p:nvPr/>
        </p:nvSpPr>
        <p:spPr>
          <a:xfrm>
            <a:off x="736656" y="3110177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like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and Storage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net profit % (~-13.7% to -13.9%)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at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lower sales volumes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losses are primarily driven by large-volume segments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niche or smaller ones.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D0A469-EEA8-2CF5-97CD-5052D6C24F64}"/>
              </a:ext>
            </a:extLst>
          </p:cNvPr>
          <p:cNvSpPr txBox="1"/>
          <p:nvPr/>
        </p:nvSpPr>
        <p:spPr>
          <a:xfrm>
            <a:off x="736656" y="4374124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segments cluster tightly between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-13.7% and -14.1% net profit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structural issue in pricing strategy, campaign ROI, or cost allocation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isolated segment-level underperformance.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241CA-0BB2-15EE-9BFC-E541B80BF979}"/>
              </a:ext>
            </a:extLst>
          </p:cNvPr>
          <p:cNvSpPr txBox="1"/>
          <p:nvPr/>
        </p:nvSpPr>
        <p:spPr>
          <a:xfrm>
            <a:off x="1802477" y="-1150047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Sales View: Insights </a:t>
            </a:r>
          </a:p>
        </p:txBody>
      </p:sp>
    </p:spTree>
    <p:extLst>
      <p:ext uri="{BB962C8B-B14F-4D97-AF65-F5344CB8AC3E}">
        <p14:creationId xmlns:p14="http://schemas.microsoft.com/office/powerpoint/2010/main" val="931862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48148E-6 L 3.54167E-6 0.1530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1" grpId="0" animBg="1"/>
      <p:bldP spid="32" grpId="0"/>
      <p:bldP spid="34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0168-EBC7-FED7-7411-DD3EB72C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F05168-31FD-86CE-E05D-60A1FC7BB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7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A3AED4-AACD-585C-24FB-F254032A0140}"/>
              </a:ext>
            </a:extLst>
          </p:cNvPr>
          <p:cNvSpPr txBox="1"/>
          <p:nvPr/>
        </p:nvSpPr>
        <p:spPr>
          <a:xfrm>
            <a:off x="308957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6C876-D242-327B-C244-543ADE7F7FA0}"/>
              </a:ext>
            </a:extLst>
          </p:cNvPr>
          <p:cNvSpPr txBox="1"/>
          <p:nvPr/>
        </p:nvSpPr>
        <p:spPr>
          <a:xfrm>
            <a:off x="1802477" y="-73107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Marketing View: Insights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8A1497-157E-8B65-95F8-718CBE2C35DE}"/>
              </a:ext>
            </a:extLst>
          </p:cNvPr>
          <p:cNvSpPr/>
          <p:nvPr/>
        </p:nvSpPr>
        <p:spPr>
          <a:xfrm>
            <a:off x="556260" y="1281828"/>
            <a:ext cx="11079480" cy="4678460"/>
          </a:xfrm>
          <a:prstGeom prst="roundRect">
            <a:avLst>
              <a:gd name="adj" fmla="val 363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84D8C6-6D3F-423E-47B8-A8943EDD1F77}"/>
              </a:ext>
            </a:extLst>
          </p:cNvPr>
          <p:cNvSpPr txBox="1"/>
          <p:nvPr/>
        </p:nvSpPr>
        <p:spPr>
          <a:xfrm>
            <a:off x="736656" y="1846229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forecast accuracy improved 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81.17% (+1.2%)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yet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error worsened to -3.47M units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better percentage accuracy is still translating into large absolute planning mistakes.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F02258-B847-339A-D12C-C3FBB92A7769}"/>
              </a:ext>
            </a:extLst>
          </p:cNvPr>
          <p:cNvSpPr txBox="1"/>
          <p:nvPr/>
        </p:nvSpPr>
        <p:spPr>
          <a:xfrm>
            <a:off x="736656" y="3110177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Accessories show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+1.72% net error (EI)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over-forecasting and unnecessary inventory buildup, tying up capital while other segments face shortages.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BA749C-72E1-EBAC-EDC7-1FB42E2401C5}"/>
              </a:ext>
            </a:extLst>
          </p:cNvPr>
          <p:cNvSpPr txBox="1"/>
          <p:nvPr/>
        </p:nvSpPr>
        <p:spPr>
          <a:xfrm>
            <a:off x="736656" y="4374124"/>
            <a:ext cx="10718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Networking, Notebook,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nl-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-31.83% net error (-320K units)]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-25.61% (-628K units)]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all flagged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negative net errors, signaling poor demand sensing and replenishment misalignment rather than isolated product issues.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58DCE-E04A-6947-6E10-E5483C5A54E5}"/>
              </a:ext>
            </a:extLst>
          </p:cNvPr>
          <p:cNvSpPr txBox="1"/>
          <p:nvPr/>
        </p:nvSpPr>
        <p:spPr>
          <a:xfrm>
            <a:off x="1802477" y="-1150047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Supply Chain View: Insights </a:t>
            </a:r>
          </a:p>
        </p:txBody>
      </p:sp>
    </p:spTree>
    <p:extLst>
      <p:ext uri="{BB962C8B-B14F-4D97-AF65-F5344CB8AC3E}">
        <p14:creationId xmlns:p14="http://schemas.microsoft.com/office/powerpoint/2010/main" val="3860763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85185E-6 L 3.54167E-6 0.202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34" grpId="0"/>
      <p:bldP spid="36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2A8E0-DA3C-CE4A-42D4-4EADAAEEA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FE4022-8C95-8925-EF0F-E475C272A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7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F1299F5-CF24-50AC-D2DC-4AF5B118E3F2}"/>
              </a:ext>
            </a:extLst>
          </p:cNvPr>
          <p:cNvSpPr txBox="1"/>
          <p:nvPr/>
        </p:nvSpPr>
        <p:spPr>
          <a:xfrm>
            <a:off x="308957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CBEF6-1ED5-F25E-55AB-ACBBC9E0C893}"/>
              </a:ext>
            </a:extLst>
          </p:cNvPr>
          <p:cNvSpPr txBox="1"/>
          <p:nvPr/>
        </p:nvSpPr>
        <p:spPr>
          <a:xfrm>
            <a:off x="1802477" y="-73107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Executive View: Insights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3CDC578-F870-8318-A8FC-04D4DAF08E6A}"/>
              </a:ext>
            </a:extLst>
          </p:cNvPr>
          <p:cNvSpPr/>
          <p:nvPr/>
        </p:nvSpPr>
        <p:spPr>
          <a:xfrm>
            <a:off x="556260" y="1281828"/>
            <a:ext cx="11079480" cy="4678460"/>
          </a:xfrm>
          <a:prstGeom prst="roundRect">
            <a:avLst>
              <a:gd name="adj" fmla="val 363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6483FB-2B9E-8949-17D9-927B963F9AAE}"/>
              </a:ext>
            </a:extLst>
          </p:cNvPr>
          <p:cNvSpPr txBox="1"/>
          <p:nvPr/>
        </p:nvSpPr>
        <p:spPr>
          <a:xfrm>
            <a:off x="736656" y="1846229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division contributes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61.3% ($2.3bn)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total revenue and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channel alone drives 73% ($2.7bn)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overall performance highly dependent on a single division and channel.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73F5D1-CE1C-F92C-FABD-D58184F3657B}"/>
              </a:ext>
            </a:extLst>
          </p:cNvPr>
          <p:cNvSpPr txBox="1"/>
          <p:nvPr/>
        </p:nvSpPr>
        <p:spPr>
          <a:xfrm>
            <a:off x="736656" y="3110177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sales show a strong jump by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 (est.)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and net profit margins remain relatively flat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growth is coming more from volume than profitability.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394B8F-B9F8-B604-8DE3-97B00FF07369}"/>
              </a:ext>
            </a:extLst>
          </p:cNvPr>
          <p:cNvSpPr txBox="1"/>
          <p:nvPr/>
        </p:nvSpPr>
        <p:spPr>
          <a:xfrm>
            <a:off x="736656" y="4374124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Atliq’s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share remains around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~9–10% (8.71% → 9.92%)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the company is holding ground, but competitors (BP, Dale,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not losing share, signaling a crowded and competitive market requiring differentiation, not just growth.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98056-FA6C-D58A-0622-5794CC0FFF1F}"/>
              </a:ext>
            </a:extLst>
          </p:cNvPr>
          <p:cNvSpPr txBox="1"/>
          <p:nvPr/>
        </p:nvSpPr>
        <p:spPr>
          <a:xfrm>
            <a:off x="1802477" y="-1150047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Supply Chain View: Insights </a:t>
            </a:r>
          </a:p>
        </p:txBody>
      </p:sp>
    </p:spTree>
    <p:extLst>
      <p:ext uri="{BB962C8B-B14F-4D97-AF65-F5344CB8AC3E}">
        <p14:creationId xmlns:p14="http://schemas.microsoft.com/office/powerpoint/2010/main" val="534281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48148E-6 L 3.54167E-6 0.1439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1" grpId="0" animBg="1"/>
      <p:bldP spid="32" grpId="0"/>
      <p:bldP spid="34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5B488-78D0-D733-B1B7-ED6EB3CB2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E50B56-05FD-7D20-FA07-6C901EF46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7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D1FEFD-6423-A195-BB0D-72537D10838A}"/>
              </a:ext>
            </a:extLst>
          </p:cNvPr>
          <p:cNvSpPr txBox="1"/>
          <p:nvPr/>
        </p:nvSpPr>
        <p:spPr>
          <a:xfrm>
            <a:off x="308957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1BE10-8605-834C-59BD-F0D4B132F0EF}"/>
              </a:ext>
            </a:extLst>
          </p:cNvPr>
          <p:cNvSpPr txBox="1"/>
          <p:nvPr/>
        </p:nvSpPr>
        <p:spPr>
          <a:xfrm>
            <a:off x="1802477" y="-73107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Executive View: Insights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43C7C60-4281-13A8-D590-98B3D4182AA7}"/>
              </a:ext>
            </a:extLst>
          </p:cNvPr>
          <p:cNvSpPr/>
          <p:nvPr/>
        </p:nvSpPr>
        <p:spPr>
          <a:xfrm>
            <a:off x="556260" y="1281828"/>
            <a:ext cx="11079480" cy="4678460"/>
          </a:xfrm>
          <a:prstGeom prst="roundRect">
            <a:avLst>
              <a:gd name="adj" fmla="val 363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F5DC32-95E0-6F48-899C-A1A7F86B2427}"/>
              </a:ext>
            </a:extLst>
          </p:cNvPr>
          <p:cNvSpPr txBox="1"/>
          <p:nvPr/>
        </p:nvSpPr>
        <p:spPr>
          <a:xfrm>
            <a:off x="736656" y="1846229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minimum gross margin thresholds for high-volume customers like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prevent revenue growth with margin dilution.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6E5519-07BD-A0DE-6516-E5534A0B12F6}"/>
              </a:ext>
            </a:extLst>
          </p:cNvPr>
          <p:cNvSpPr txBox="1"/>
          <p:nvPr/>
        </p:nvSpPr>
        <p:spPr>
          <a:xfrm>
            <a:off x="736656" y="2478203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the cash impact of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 Inventory (EI)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Out-of-Stock (OOS)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prioritize margin-positive inventory corrections.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D8A63D-7225-9AD9-5A71-CF0C19F69514}"/>
              </a:ext>
            </a:extLst>
          </p:cNvPr>
          <p:cNvSpPr txBox="1"/>
          <p:nvPr/>
        </p:nvSpPr>
        <p:spPr>
          <a:xfrm>
            <a:off x="736656" y="1335800"/>
            <a:ext cx="132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5D101D-C58E-528F-43A4-0903AEE11D78}"/>
              </a:ext>
            </a:extLst>
          </p:cNvPr>
          <p:cNvSpPr txBox="1"/>
          <p:nvPr/>
        </p:nvSpPr>
        <p:spPr>
          <a:xfrm>
            <a:off x="736656" y="3742151"/>
            <a:ext cx="10718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growth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&amp; Distributor channels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over-exposure to Retail-led volatility.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47E6D7-F8F1-E6E1-B769-6419F0E17E9D}"/>
              </a:ext>
            </a:extLst>
          </p:cNvPr>
          <p:cNvSpPr txBox="1"/>
          <p:nvPr/>
        </p:nvSpPr>
        <p:spPr>
          <a:xfrm>
            <a:off x="736656" y="4374124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Customers in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lower-left quadrant (low sales, low margin)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renegotiation or portfolio pruning.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Protect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upper-right performers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service-level and pricing stability to prevent churn.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64888-4352-E4E7-A126-885419B9BC39}"/>
              </a:ext>
            </a:extLst>
          </p:cNvPr>
          <p:cNvSpPr txBox="1"/>
          <p:nvPr/>
        </p:nvSpPr>
        <p:spPr>
          <a:xfrm>
            <a:off x="1802476" y="-1150047"/>
            <a:ext cx="6203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Actionable steps for different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950808-DABE-A51B-A8E9-22DA7AB30F53}"/>
              </a:ext>
            </a:extLst>
          </p:cNvPr>
          <p:cNvSpPr txBox="1"/>
          <p:nvPr/>
        </p:nvSpPr>
        <p:spPr>
          <a:xfrm>
            <a:off x="736656" y="3273230"/>
            <a:ext cx="132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306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3.54167E-6 0.2094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33" grpId="0"/>
      <p:bldP spid="34" grpId="0"/>
      <p:bldP spid="35" grpId="0"/>
      <p:bldP spid="36" grpId="0"/>
      <p:bldP spid="3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7D2A3-C5EC-6D1D-678F-E7E0130E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648C291-9BFE-C172-F814-D981CF0F5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7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349EE0-3DE2-66F2-2F6B-3D46E96BB658}"/>
              </a:ext>
            </a:extLst>
          </p:cNvPr>
          <p:cNvSpPr txBox="1"/>
          <p:nvPr/>
        </p:nvSpPr>
        <p:spPr>
          <a:xfrm>
            <a:off x="308957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946F8F4-B424-977B-5153-72837F4DE7AB}"/>
              </a:ext>
            </a:extLst>
          </p:cNvPr>
          <p:cNvSpPr/>
          <p:nvPr/>
        </p:nvSpPr>
        <p:spPr>
          <a:xfrm>
            <a:off x="556260" y="1281828"/>
            <a:ext cx="11079480" cy="4678460"/>
          </a:xfrm>
          <a:prstGeom prst="roundRect">
            <a:avLst>
              <a:gd name="adj" fmla="val 363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8A62DC-EC9D-AC22-9638-C1FF5FC06607}"/>
              </a:ext>
            </a:extLst>
          </p:cNvPr>
          <p:cNvSpPr txBox="1"/>
          <p:nvPr/>
        </p:nvSpPr>
        <p:spPr>
          <a:xfrm>
            <a:off x="736656" y="1846229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Atliq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stuck at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~9–10% share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focus on competitor-specific campaigns against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BP, Dale,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generic branding.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97A715-8258-64C4-A261-56E72BF8B896}"/>
              </a:ext>
            </a:extLst>
          </p:cNvPr>
          <p:cNvSpPr txBox="1"/>
          <p:nvPr/>
        </p:nvSpPr>
        <p:spPr>
          <a:xfrm>
            <a:off x="736656" y="2478203"/>
            <a:ext cx="10718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different offers for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margin-rich vs volume-heavy customers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one-size-fits-all promotions.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B2BB28-F522-DE2C-D1B1-58162DC4635B}"/>
              </a:ext>
            </a:extLst>
          </p:cNvPr>
          <p:cNvSpPr txBox="1"/>
          <p:nvPr/>
        </p:nvSpPr>
        <p:spPr>
          <a:xfrm>
            <a:off x="736656" y="1335800"/>
            <a:ext cx="1701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CBE659-0D60-6636-EC32-3015755F626D}"/>
              </a:ext>
            </a:extLst>
          </p:cNvPr>
          <p:cNvSpPr txBox="1"/>
          <p:nvPr/>
        </p:nvSpPr>
        <p:spPr>
          <a:xfrm>
            <a:off x="736656" y="3742151"/>
            <a:ext cx="10718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Desktop, Peripherals, and Storage showing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OOS risk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demand-aligned replenishment to avoid lost sales.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FA57C4-A7AA-F7AF-4A76-8ED350883E6C}"/>
              </a:ext>
            </a:extLst>
          </p:cNvPr>
          <p:cNvSpPr txBox="1"/>
          <p:nvPr/>
        </p:nvSpPr>
        <p:spPr>
          <a:xfrm>
            <a:off x="736656" y="4374124"/>
            <a:ext cx="107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Overall accuracy looks healthy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81.17%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but category-level errors are driving both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OOS and EI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hurting service and cash flow.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7EAA1-F29E-C3A3-AED1-1B4400F6A087}"/>
              </a:ext>
            </a:extLst>
          </p:cNvPr>
          <p:cNvSpPr txBox="1"/>
          <p:nvPr/>
        </p:nvSpPr>
        <p:spPr>
          <a:xfrm>
            <a:off x="1721196" y="268770"/>
            <a:ext cx="6183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Actionable steps for different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5815DD-FDF4-0EE5-8D73-AF9372C37CAC}"/>
              </a:ext>
            </a:extLst>
          </p:cNvPr>
          <p:cNvSpPr txBox="1"/>
          <p:nvPr/>
        </p:nvSpPr>
        <p:spPr>
          <a:xfrm>
            <a:off x="736656" y="3273230"/>
            <a:ext cx="2097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26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33" grpId="0"/>
      <p:bldP spid="34" grpId="0"/>
      <p:bldP spid="35" grpId="0"/>
      <p:bldP spid="36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DD520-672C-AC31-7CE5-453DD0C5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D0E55F-5C7F-06D6-A46A-5B24CE9EC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7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4BA9C3-E4CE-B0A7-B6C5-1A112D254F8B}"/>
              </a:ext>
            </a:extLst>
          </p:cNvPr>
          <p:cNvSpPr txBox="1"/>
          <p:nvPr/>
        </p:nvSpPr>
        <p:spPr>
          <a:xfrm>
            <a:off x="308957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9696D27-6391-0FC7-F460-3E86C7007118}"/>
              </a:ext>
            </a:extLst>
          </p:cNvPr>
          <p:cNvSpPr/>
          <p:nvPr/>
        </p:nvSpPr>
        <p:spPr>
          <a:xfrm>
            <a:off x="556260" y="1281828"/>
            <a:ext cx="11079480" cy="4678460"/>
          </a:xfrm>
          <a:prstGeom prst="roundRect">
            <a:avLst>
              <a:gd name="adj" fmla="val 363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C8E473-D7D2-1257-D743-232C4C669522}"/>
              </a:ext>
            </a:extLst>
          </p:cNvPr>
          <p:cNvSpPr txBox="1"/>
          <p:nvPr/>
        </p:nvSpPr>
        <p:spPr>
          <a:xfrm>
            <a:off x="736656" y="1846229"/>
            <a:ext cx="10718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Diversify revenue away from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division and Retail channel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resilience.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B83E5F-6BF7-96B8-F54A-1F2262F8D3F5}"/>
              </a:ext>
            </a:extLst>
          </p:cNvPr>
          <p:cNvSpPr txBox="1"/>
          <p:nvPr/>
        </p:nvSpPr>
        <p:spPr>
          <a:xfrm>
            <a:off x="736656" y="2478203"/>
            <a:ext cx="10718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Net Sales with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Margin %, Net Profit %, and Inventory Health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leadership reviews.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A2CD31-1E41-716E-6FC0-B97A9F9A6386}"/>
              </a:ext>
            </a:extLst>
          </p:cNvPr>
          <p:cNvSpPr txBox="1"/>
          <p:nvPr/>
        </p:nvSpPr>
        <p:spPr>
          <a:xfrm>
            <a:off x="736656" y="1335800"/>
            <a:ext cx="1701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7F856-8ABA-BBA2-0256-CFABA53BEBDF}"/>
              </a:ext>
            </a:extLst>
          </p:cNvPr>
          <p:cNvSpPr txBox="1"/>
          <p:nvPr/>
        </p:nvSpPr>
        <p:spPr>
          <a:xfrm>
            <a:off x="1721196" y="268770"/>
            <a:ext cx="6183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Actionable steps for different functions</a:t>
            </a:r>
          </a:p>
        </p:txBody>
      </p:sp>
    </p:spTree>
    <p:extLst>
      <p:ext uri="{BB962C8B-B14F-4D97-AF65-F5344CB8AC3E}">
        <p14:creationId xmlns:p14="http://schemas.microsoft.com/office/powerpoint/2010/main" val="4024058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C5B5C-47D8-EB77-0B69-07B80F70B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99A947-A063-95C3-0FFF-AF8A5FCCA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7" y="108487"/>
            <a:ext cx="738491" cy="7226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05A051-1E89-2EC9-6E19-53191AF84852}"/>
              </a:ext>
            </a:extLst>
          </p:cNvPr>
          <p:cNvSpPr txBox="1"/>
          <p:nvPr/>
        </p:nvSpPr>
        <p:spPr>
          <a:xfrm>
            <a:off x="308957" y="6410959"/>
            <a:ext cx="438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presented by Md Shafi Alam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CF3A832-0580-7898-D8A4-45C9C9481AE3}"/>
              </a:ext>
            </a:extLst>
          </p:cNvPr>
          <p:cNvSpPr/>
          <p:nvPr/>
        </p:nvSpPr>
        <p:spPr>
          <a:xfrm>
            <a:off x="556260" y="1281828"/>
            <a:ext cx="11079480" cy="4678460"/>
          </a:xfrm>
          <a:prstGeom prst="roundRect">
            <a:avLst>
              <a:gd name="adj" fmla="val 363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CE6D54-B268-DE87-391D-DFF112D6AC19}"/>
              </a:ext>
            </a:extLst>
          </p:cNvPr>
          <p:cNvSpPr txBox="1"/>
          <p:nvPr/>
        </p:nvSpPr>
        <p:spPr>
          <a:xfrm>
            <a:off x="4800600" y="3267115"/>
            <a:ext cx="259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EFFF61-C500-5D89-EC33-0E125EAC4FDA}"/>
              </a:ext>
            </a:extLst>
          </p:cNvPr>
          <p:cNvSpPr txBox="1"/>
          <p:nvPr/>
        </p:nvSpPr>
        <p:spPr>
          <a:xfrm>
            <a:off x="1805016" y="-834917"/>
            <a:ext cx="6183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Impact" panose="020B0806030902050204" pitchFamily="34" charset="0"/>
              </a:rPr>
              <a:t>Actionable steps for different functions</a:t>
            </a:r>
          </a:p>
        </p:txBody>
      </p:sp>
    </p:spTree>
    <p:extLst>
      <p:ext uri="{BB962C8B-B14F-4D97-AF65-F5344CB8AC3E}">
        <p14:creationId xmlns:p14="http://schemas.microsoft.com/office/powerpoint/2010/main" val="3932465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1168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Impact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 Admin</dc:creator>
  <cp:lastModifiedBy>Shafi Admin</cp:lastModifiedBy>
  <cp:revision>8</cp:revision>
  <dcterms:created xsi:type="dcterms:W3CDTF">2026-02-03T03:28:45Z</dcterms:created>
  <dcterms:modified xsi:type="dcterms:W3CDTF">2026-02-05T03:52:49Z</dcterms:modified>
</cp:coreProperties>
</file>